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fcf84aad354489" /><Relationship Type="http://schemas.openxmlformats.org/officeDocument/2006/relationships/extended-properties" Target="/docProps/app.xml" Id="R287ee424694649e3" /><Relationship Type="http://schemas.openxmlformats.org/officeDocument/2006/relationships/officeDocument" Target="/ppt/presentation.xml" Id="R1fd1dbd05a644b7b" /></Relationships>
</file>

<file path=ppt/presentation.xml><?xml version="1.0" encoding="utf-8"?>
<p:presentation xmlns:p="http://schemas.openxmlformats.org/presentationml/2006/main">
  <p:sldMasterIdLst>
    <p:sldMasterId xmlns:r="http://schemas.openxmlformats.org/officeDocument/2006/relationships" id="2147483648" r:id="Re7c4dc1228954d87"/>
  </p:sldMasterIdLst>
  <p:notesMasterIdLst>
    <p:notesMasterId xmlns:r="http://schemas.openxmlformats.org/officeDocument/2006/relationships" r:id="R554ee31b57794843"/>
  </p:notesMasterIdLst>
  <p:sldIdLst>
    <p:sldId xmlns:r="http://schemas.openxmlformats.org/officeDocument/2006/relationships" id="256" r:id="Re096f1b18d5f44a0"/>
    <p:sldId xmlns:r="http://schemas.openxmlformats.org/officeDocument/2006/relationships" id="257" r:id="Ra4713967da78424f"/>
    <p:sldId xmlns:r="http://schemas.openxmlformats.org/officeDocument/2006/relationships" id="258" r:id="R1a4ea1990c5745b8"/>
    <p:sldId xmlns:r="http://schemas.openxmlformats.org/officeDocument/2006/relationships" id="259" r:id="Rd2285ee99276410d"/>
    <p:sldId xmlns:r="http://schemas.openxmlformats.org/officeDocument/2006/relationships" id="260" r:id="R4fa5003d36624cac"/>
    <p:sldId xmlns:r="http://schemas.openxmlformats.org/officeDocument/2006/relationships" id="261" r:id="Rfe2e79cbfa0c4b83"/>
    <p:sldId xmlns:r="http://schemas.openxmlformats.org/officeDocument/2006/relationships" id="262" r:id="R46e7b5eeeee647ea"/>
    <p:sldId xmlns:r="http://schemas.openxmlformats.org/officeDocument/2006/relationships" id="263" r:id="Rc6ffb30aa8ba4979"/>
    <p:sldId xmlns:r="http://schemas.openxmlformats.org/officeDocument/2006/relationships" id="264" r:id="Rf7937118845a4c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19e3c318744955" /><Relationship Type="http://schemas.openxmlformats.org/officeDocument/2006/relationships/slideMaster" Target="/ppt/slideMasters/slideMaster1.xml" Id="Re7c4dc1228954d87" /><Relationship Type="http://schemas.openxmlformats.org/officeDocument/2006/relationships/notesMaster" Target="/ppt/notesMasters/notesMaster1.xml" Id="R554ee31b57794843" /><Relationship Type="http://schemas.openxmlformats.org/officeDocument/2006/relationships/presProps" Target="/ppt/presProps.xml" Id="R3d4796ec58a74a24" /><Relationship Type="http://schemas.openxmlformats.org/officeDocument/2006/relationships/tableStyles" Target="/ppt/tableStyles.xml" Id="R6519408391fb4f5f" /><Relationship Type="http://schemas.openxmlformats.org/officeDocument/2006/relationships/slide" Target="/ppt/slides/slide1.xml" Id="Re096f1b18d5f44a0" /><Relationship Type="http://schemas.openxmlformats.org/officeDocument/2006/relationships/slide" Target="/ppt/slides/slide2.xml" Id="Ra4713967da78424f" /><Relationship Type="http://schemas.openxmlformats.org/officeDocument/2006/relationships/slide" Target="/ppt/slides/slide3.xml" Id="R1a4ea1990c5745b8" /><Relationship Type="http://schemas.openxmlformats.org/officeDocument/2006/relationships/slide" Target="/ppt/slides/slide4.xml" Id="Rd2285ee99276410d" /><Relationship Type="http://schemas.openxmlformats.org/officeDocument/2006/relationships/slide" Target="/ppt/slides/slide5.xml" Id="R4fa5003d36624cac" /><Relationship Type="http://schemas.openxmlformats.org/officeDocument/2006/relationships/slide" Target="/ppt/slides/slide6.xml" Id="Rfe2e79cbfa0c4b83" /><Relationship Type="http://schemas.openxmlformats.org/officeDocument/2006/relationships/slide" Target="/ppt/slides/slide7.xml" Id="R46e7b5eeeee647ea" /><Relationship Type="http://schemas.openxmlformats.org/officeDocument/2006/relationships/slide" Target="/ppt/slides/slide8.xml" Id="Rc6ffb30aa8ba4979" /><Relationship Type="http://schemas.openxmlformats.org/officeDocument/2006/relationships/slide" Target="/ppt/slides/slide9.xml" Id="Rf7937118845a4c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00ebde71e94c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c6811dc8ea4a84" /><Relationship Type="http://schemas.openxmlformats.org/officeDocument/2006/relationships/notesMaster" Target="/ppt/notesMasters/notesMaster1.xml" Id="R791f26ac5ee042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665eb2416c4cae" /><Relationship Type="http://schemas.openxmlformats.org/officeDocument/2006/relationships/notesMaster" Target="/ppt/notesMasters/notesMaster1.xml" Id="Rbcd36e42bcbe49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5ec1b6fc8d47bc" /><Relationship Type="http://schemas.openxmlformats.org/officeDocument/2006/relationships/notesMaster" Target="/ppt/notesMasters/notesMaster1.xml" Id="Rbcbcd805a3b74f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96d940d8a74da3" /><Relationship Type="http://schemas.openxmlformats.org/officeDocument/2006/relationships/notesMaster" Target="/ppt/notesMasters/notesMaster1.xml" Id="R91cc97c63fbf41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fece83fc564015" /><Relationship Type="http://schemas.openxmlformats.org/officeDocument/2006/relationships/notesMaster" Target="/ppt/notesMasters/notesMaster1.xml" Id="R9e602092392042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8009c4288643ff" /><Relationship Type="http://schemas.openxmlformats.org/officeDocument/2006/relationships/notesMaster" Target="/ppt/notesMasters/notesMaster1.xml" Id="R340f0862a73840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6633753c224d12" /><Relationship Type="http://schemas.openxmlformats.org/officeDocument/2006/relationships/notesMaster" Target="/ppt/notesMasters/notesMaster1.xml" Id="R32d8149065ce4c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1a64c4ce7f47ce" /><Relationship Type="http://schemas.openxmlformats.org/officeDocument/2006/relationships/notesMaster" Target="/ppt/notesMasters/notesMaster1.xml" Id="R26622e3a71bd4e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6b4c6bc7cb492c" /><Relationship Type="http://schemas.openxmlformats.org/officeDocument/2006/relationships/notesMaster" Target="/ppt/notesMasters/notesMaster1.xml" Id="Ra2b9dc73793d45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Команда Ascension. Концепция: короткие прогулки в Астане с учётом возвращения. Источник требований: hackathon-tasks.pdf, задача НИЦ Smart City, страницы 1-3. Дедлайны взяты из брифа команды, в самом PDF не указаны. Карта декоративная, не географический маршрут.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0:35-1:10. Это конкретный пользовательский сценарий: 45 минут рядом с Mega, начало и возврат в одной точке. Не заявлять исследования рынка, метрики пользователей или подтверждённый спрос. Целевая аудитория: жители и гости города, у которых есть короткое свободное окно между делами.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1:10-1:55. Контракт: туда + визит + назад + резерв не превышают доступное окно. Каждый вариант считается отдельно. 1-3 варианта являются альтернативами, а не автоматическим маршрутом через все места. Время является оценкой, а не гарантией. Метод маршрутизации и допущения должны соответствовать фактической реализации. Числа на этом слайде отсутствуют намеренно: нет измеренного маршрута.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1:55-2:45. RAG означает получение подходящих записей из базы и использование этих записей при формировании ответа. Архитектурный замысел, пока интеграция продолжается: автоматический OSM-сбор, поиск кандидатов, проверка ограничений, объяснение с помощью OpenAI API. Не заявлять embeddings, reranker, размер базы или успешный API-вызов без подтверждения команды. Источник данных по плану: https://www.openstreetmap.org/copyright. Правила атрибуции: https://osmfoundation.org/wiki/Attribution_Guidelines.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2:45-3:30. На живом демо выбрать точку Mega и 45 минут, затем показать конкретную карточку, ссылку на POI и бюджет. Этот слайд содержит вход и критерии, а не снимок работающего продукта. Если сайт недоступен, показать запись фактического прогона. Не выдавать иллюстрацию за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3:30-4:10. Условие не более 10 минут относится к пути до места и применяется до генерации объяснения. Полный бюджет остаётся ограничен доступным окном. Категория площадки или музея не подтверждает возрастную пригодность, наличие пандуса или состояние оборудования. Это следует показывать как неизвестное, если нет источника.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4:10-4:50. Показать запрос с поздним временем и требованием розетки. Ожидаемая демонстрация: missing tag не превращается в yes, отсутствие hours не превращается в открыто. Даже известное расписание является записью источника, а не подтверждением в реальном времени. Текст на слайде является ожидаемым типом ответа и не цитирует выполненный запрос.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4:50-5:35. Это обязательства проекта и предмет приёмки, не аудиторское подтверждение реализованной privacy-политики. Не обещать отсутствие логирования или передачу только округлённых координат без проверки. Точные запросы к модели и политика хранения должны соответствовать реализации. В приложенном документе описаны проверки источников, пустой выдачи, географии, пропусков данных, ограничений и приватности.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5:35-6:20. Бизнес-гипотеза: полезный сервис для жителей и гостей с коротким свободным окном. Возможные партнёры для будущей проверки спроса: кампусы и места размещения гостей, а не заключённые партнёрства. Последовательность: завершить демо и проверки, улучшить качество полей и времени пути, провести пилот. Не заявлять выручку, пользователей, экономию или доказанное соответствие реальной длительности маршрута. Финал: человек получает место, понятный план и время на возвращение.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905945252b49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6a596d7bdc47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99cd2365324e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002bd5eccb4a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d6ee0d816345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21cf0bde7449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42F226-7D7E-49BB-9C3E-35C6092966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B39605-D711-4D68-8D45-93087CA13B2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2B5E25-504F-486F-AFD4-94EB3CB9FD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640F95-8D4C-4F57-A3BB-DDF881C468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C6C5FB-4E08-4F71-BF75-F9E1F253F9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728D32-1473-4B33-B89D-A5DC17633A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AF3DC5-F1B0-4803-A0D1-F058467E02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9C10E3-CAEE-4911-9B53-F9925D88ED6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5BF6A8-EE01-4246-B861-256D4BBA44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5B6B9E-C242-4440-ABA2-DC39FF4EF5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8d10ae84e34ce7" /><Relationship Type="http://schemas.openxmlformats.org/officeDocument/2006/relationships/slideLayout" Target="/ppt/slideLayouts/slideLayout1.xml" Id="R99eb950d97ef4333" /><Relationship Type="http://schemas.openxmlformats.org/officeDocument/2006/relationships/slideLayout" Target="/ppt/slideLayouts/slideLayout2.xml" Id="R6cf61a47f4874275" /><Relationship Type="http://schemas.openxmlformats.org/officeDocument/2006/relationships/slideLayout" Target="/ppt/slideLayouts/slideLayout3.xml" Id="Rd0290a3e063a4bf6" /><Relationship Type="http://schemas.openxmlformats.org/officeDocument/2006/relationships/slideLayout" Target="/ppt/slideLayouts/slideLayout4.xml" Id="Redc40100b53f4ba0" /><Relationship Type="http://schemas.openxmlformats.org/officeDocument/2006/relationships/slideLayout" Target="/ppt/slideLayouts/slideLayout5.xml" Id="R66a23354f0054083" /><Relationship Type="http://schemas.openxmlformats.org/officeDocument/2006/relationships/slideLayout" Target="/ppt/slideLayouts/slideLayout6.xml" Id="R21f278fcf09947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eb950d97ef4333"/>
    <p:sldLayoutId xmlns:r="http://schemas.openxmlformats.org/officeDocument/2006/relationships" id="2147483650" r:id="R6cf61a47f4874275"/>
    <p:sldLayoutId xmlns:r="http://schemas.openxmlformats.org/officeDocument/2006/relationships" id="2147483651" r:id="Rd0290a3e063a4bf6"/>
    <p:sldLayoutId xmlns:r="http://schemas.openxmlformats.org/officeDocument/2006/relationships" id="2147483652" r:id="Redc40100b53f4ba0"/>
    <p:sldLayoutId xmlns:r="http://schemas.openxmlformats.org/officeDocument/2006/relationships" id="2147483653" r:id="R66a23354f0054083"/>
    <p:sldLayoutId xmlns:r="http://schemas.openxmlformats.org/officeDocument/2006/relationships" id="2147483654" r:id="R21f278fcf09947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219617949b427c" /><Relationship Type="http://schemas.openxmlformats.org/officeDocument/2006/relationships/notesSlide" Target="/ppt/notesSlides/notesSlide1.xml" Id="R7e0ca70461384b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39aa6473cf41e7" /><Relationship Type="http://schemas.openxmlformats.org/officeDocument/2006/relationships/notesSlide" Target="/ppt/notesSlides/notesSlide2.xml" Id="Re25a3b3fef2949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da6573b0f94508" /><Relationship Type="http://schemas.openxmlformats.org/officeDocument/2006/relationships/notesSlide" Target="/ppt/notesSlides/notesSlide3.xml" Id="Rb1e7c7d26ec04d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9583c72518435e" /><Relationship Type="http://schemas.openxmlformats.org/officeDocument/2006/relationships/notesSlide" Target="/ppt/notesSlides/notesSlide4.xml" Id="R4896f749c0b74a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24e4947f704ca4" /><Relationship Type="http://schemas.openxmlformats.org/officeDocument/2006/relationships/notesSlide" Target="/ppt/notesSlides/notesSlide5.xml" Id="Rb2597c4d809e40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bac5135b2c408c" /><Relationship Type="http://schemas.openxmlformats.org/officeDocument/2006/relationships/notesSlide" Target="/ppt/notesSlides/notesSlide6.xml" Id="R209c506f3cc64d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2810ca0f944ec8" /><Relationship Type="http://schemas.openxmlformats.org/officeDocument/2006/relationships/notesSlide" Target="/ppt/notesSlides/notesSlide7.xml" Id="R68ce278b9bde47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d0c9dc98094b26" /><Relationship Type="http://schemas.openxmlformats.org/officeDocument/2006/relationships/notesSlide" Target="/ppt/notesSlides/notesSlide8.xml" Id="R785296b4843f49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fdb25d25271475e" /><Relationship Type="http://schemas.openxmlformats.org/officeDocument/2006/relationships/notesSlide" Target="/ppt/notesSlides/notesSlide9.xml" Id="Rebabf52be75c41b6" /></Relationships>
</file>

<file path=ppt/slides/slide1.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99CED90-E55B-47C1-928C-6F60C487D8B9}"/>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2" name="ASCENSION">
            <a:extLst xmlns:a="http://schemas.openxmlformats.org/drawingml/2006/main">
              <a:ext uri="{FF2B5EF4-FFF2-40B4-BE49-F238E27FC236}">
                <a16:creationId xmlns:a16="http://schemas.microsoft.com/office/drawing/2014/main" id="{998D99A1-E235-4B46-A39F-CE349A9B9F76}"/>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3" name="01">
            <a:extLst xmlns:a="http://schemas.openxmlformats.org/drawingml/2006/main">
              <a:ext uri="{FF2B5EF4-FFF2-40B4-BE49-F238E27FC236}">
                <a16:creationId xmlns:a16="http://schemas.microsoft.com/office/drawing/2014/main" id="{7D4FF2E9-D68B-4627-B773-849CB31BAD69}"/>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01</a:t>
            </a:r>
          </a:p>
        </p:txBody>
      </p:sp>
      <p:sp>
        <p:nvSpPr>
          <p:cNvPr id="4" name="">
            <a:extLst xmlns:a="http://schemas.openxmlformats.org/drawingml/2006/main">
              <a:ext uri="{FF2B5EF4-FFF2-40B4-BE49-F238E27FC236}">
                <a16:creationId xmlns:a16="http://schemas.microsoft.com/office/drawing/2014/main" id="{C4297621-CB58-4B04-9C36-BE7C1E0E5381}"/>
              </a:ext>
            </a:extLst>
          </p:cNvPr>
          <p:cNvSpPr>
            <a:spLocks xmlns:a="http://schemas.openxmlformats.org/drawingml/2006/main" noGrp="1"/>
          </p:cNvSpPr>
          <p:nvPr/>
        </p:nvSpPr>
        <p:spPr>
          <a:xfrm xmlns:a="http://schemas.openxmlformats.org/drawingml/2006/main">
            <a:off x="6572250"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5" name="">
            <a:extLst xmlns:a="http://schemas.openxmlformats.org/drawingml/2006/main">
              <a:ext uri="{FF2B5EF4-FFF2-40B4-BE49-F238E27FC236}">
                <a16:creationId xmlns:a16="http://schemas.microsoft.com/office/drawing/2014/main" id="{7BA86ECD-712A-4093-83F0-FF7F45423D65}"/>
              </a:ext>
            </a:extLst>
          </p:cNvPr>
          <p:cNvSpPr>
            <a:spLocks xmlns:a="http://schemas.openxmlformats.org/drawingml/2006/main" noGrp="1"/>
          </p:cNvSpPr>
          <p:nvPr/>
        </p:nvSpPr>
        <p:spPr>
          <a:xfrm xmlns:a="http://schemas.openxmlformats.org/drawingml/2006/main">
            <a:off x="7508875"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6" name="">
            <a:extLst xmlns:a="http://schemas.openxmlformats.org/drawingml/2006/main">
              <a:ext uri="{FF2B5EF4-FFF2-40B4-BE49-F238E27FC236}">
                <a16:creationId xmlns:a16="http://schemas.microsoft.com/office/drawing/2014/main" id="{B3317D0E-133F-4592-AA8A-1950CDC4223E}"/>
              </a:ext>
            </a:extLst>
          </p:cNvPr>
          <p:cNvSpPr>
            <a:spLocks xmlns:a="http://schemas.openxmlformats.org/drawingml/2006/main" noGrp="1"/>
          </p:cNvSpPr>
          <p:nvPr/>
        </p:nvSpPr>
        <p:spPr>
          <a:xfrm xmlns:a="http://schemas.openxmlformats.org/drawingml/2006/main">
            <a:off x="8445500"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7" name="">
            <a:extLst xmlns:a="http://schemas.openxmlformats.org/drawingml/2006/main">
              <a:ext uri="{FF2B5EF4-FFF2-40B4-BE49-F238E27FC236}">
                <a16:creationId xmlns:a16="http://schemas.microsoft.com/office/drawing/2014/main" id="{D69CD82E-E827-49E2-B96B-2CB87FB0453A}"/>
              </a:ext>
            </a:extLst>
          </p:cNvPr>
          <p:cNvSpPr>
            <a:spLocks xmlns:a="http://schemas.openxmlformats.org/drawingml/2006/main" noGrp="1"/>
          </p:cNvSpPr>
          <p:nvPr/>
        </p:nvSpPr>
        <p:spPr>
          <a:xfrm xmlns:a="http://schemas.openxmlformats.org/drawingml/2006/main">
            <a:off x="9382125"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8" name="">
            <a:extLst xmlns:a="http://schemas.openxmlformats.org/drawingml/2006/main">
              <a:ext uri="{FF2B5EF4-FFF2-40B4-BE49-F238E27FC236}">
                <a16:creationId xmlns:a16="http://schemas.microsoft.com/office/drawing/2014/main" id="{0A7B6BBF-7973-4898-B59E-05EE0957E6B9}"/>
              </a:ext>
            </a:extLst>
          </p:cNvPr>
          <p:cNvSpPr>
            <a:spLocks xmlns:a="http://schemas.openxmlformats.org/drawingml/2006/main" noGrp="1"/>
          </p:cNvSpPr>
          <p:nvPr/>
        </p:nvSpPr>
        <p:spPr>
          <a:xfrm xmlns:a="http://schemas.openxmlformats.org/drawingml/2006/main">
            <a:off x="10318750"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9" name="">
            <a:extLst xmlns:a="http://schemas.openxmlformats.org/drawingml/2006/main">
              <a:ext uri="{FF2B5EF4-FFF2-40B4-BE49-F238E27FC236}">
                <a16:creationId xmlns:a16="http://schemas.microsoft.com/office/drawing/2014/main" id="{32044AA1-9C9E-40C3-A0BB-D99164997656}"/>
              </a:ext>
            </a:extLst>
          </p:cNvPr>
          <p:cNvSpPr>
            <a:spLocks xmlns:a="http://schemas.openxmlformats.org/drawingml/2006/main" noGrp="1"/>
          </p:cNvSpPr>
          <p:nvPr/>
        </p:nvSpPr>
        <p:spPr>
          <a:xfrm xmlns:a="http://schemas.openxmlformats.org/drawingml/2006/main">
            <a:off x="11255375"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10" name="">
            <a:extLst xmlns:a="http://schemas.openxmlformats.org/drawingml/2006/main">
              <a:ext uri="{FF2B5EF4-FFF2-40B4-BE49-F238E27FC236}">
                <a16:creationId xmlns:a16="http://schemas.microsoft.com/office/drawing/2014/main" id="{BD249CAC-1EAC-4CF0-BF35-E49458B4EC09}"/>
              </a:ext>
            </a:extLst>
          </p:cNvPr>
          <p:cNvSpPr>
            <a:spLocks xmlns:a="http://schemas.openxmlformats.org/drawingml/2006/main" noGrp="1"/>
          </p:cNvSpPr>
          <p:nvPr/>
        </p:nvSpPr>
        <p:spPr>
          <a:xfrm xmlns:a="http://schemas.openxmlformats.org/drawingml/2006/main">
            <a:off x="12192000"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11" name="">
            <a:extLst xmlns:a="http://schemas.openxmlformats.org/drawingml/2006/main">
              <a:ext uri="{FF2B5EF4-FFF2-40B4-BE49-F238E27FC236}">
                <a16:creationId xmlns:a16="http://schemas.microsoft.com/office/drawing/2014/main" id="{A149C3F9-2F7F-42D2-BBD3-211D0C94125F}"/>
              </a:ext>
            </a:extLst>
          </p:cNvPr>
          <p:cNvSpPr>
            <a:spLocks xmlns:a="http://schemas.openxmlformats.org/drawingml/2006/main" noGrp="1"/>
          </p:cNvSpPr>
          <p:nvPr/>
        </p:nvSpPr>
        <p:spPr>
          <a:xfrm xmlns:a="http://schemas.openxmlformats.org/drawingml/2006/main">
            <a:off x="6572250" y="0"/>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2" name="">
            <a:extLst xmlns:a="http://schemas.openxmlformats.org/drawingml/2006/main">
              <a:ext uri="{FF2B5EF4-FFF2-40B4-BE49-F238E27FC236}">
                <a16:creationId xmlns:a16="http://schemas.microsoft.com/office/drawing/2014/main" id="{21C2F98B-3C01-4AAF-8802-B563F2E01A06}"/>
              </a:ext>
            </a:extLst>
          </p:cNvPr>
          <p:cNvSpPr>
            <a:spLocks xmlns:a="http://schemas.openxmlformats.org/drawingml/2006/main" noGrp="1"/>
          </p:cNvSpPr>
          <p:nvPr/>
        </p:nvSpPr>
        <p:spPr>
          <a:xfrm xmlns:a="http://schemas.openxmlformats.org/drawingml/2006/main">
            <a:off x="6572250" y="1259205"/>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3" name="">
            <a:extLst xmlns:a="http://schemas.openxmlformats.org/drawingml/2006/main">
              <a:ext uri="{FF2B5EF4-FFF2-40B4-BE49-F238E27FC236}">
                <a16:creationId xmlns:a16="http://schemas.microsoft.com/office/drawing/2014/main" id="{61A12356-2E92-4E9E-BB8E-8ACAC242C9A3}"/>
              </a:ext>
            </a:extLst>
          </p:cNvPr>
          <p:cNvSpPr>
            <a:spLocks xmlns:a="http://schemas.openxmlformats.org/drawingml/2006/main" noGrp="1"/>
          </p:cNvSpPr>
          <p:nvPr/>
        </p:nvSpPr>
        <p:spPr>
          <a:xfrm xmlns:a="http://schemas.openxmlformats.org/drawingml/2006/main">
            <a:off x="6572250" y="2518410"/>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4" name="">
            <a:extLst xmlns:a="http://schemas.openxmlformats.org/drawingml/2006/main">
              <a:ext uri="{FF2B5EF4-FFF2-40B4-BE49-F238E27FC236}">
                <a16:creationId xmlns:a16="http://schemas.microsoft.com/office/drawing/2014/main" id="{34D27E3E-23DD-4111-824B-6D9AB51F2059}"/>
              </a:ext>
            </a:extLst>
          </p:cNvPr>
          <p:cNvSpPr>
            <a:spLocks xmlns:a="http://schemas.openxmlformats.org/drawingml/2006/main" noGrp="1"/>
          </p:cNvSpPr>
          <p:nvPr/>
        </p:nvSpPr>
        <p:spPr>
          <a:xfrm xmlns:a="http://schemas.openxmlformats.org/drawingml/2006/main">
            <a:off x="6572250" y="3777615"/>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5" name="">
            <a:extLst xmlns:a="http://schemas.openxmlformats.org/drawingml/2006/main">
              <a:ext uri="{FF2B5EF4-FFF2-40B4-BE49-F238E27FC236}">
                <a16:creationId xmlns:a16="http://schemas.microsoft.com/office/drawing/2014/main" id="{7E8B1C24-A8BA-4BD1-9E35-B5A3BDB69155}"/>
              </a:ext>
            </a:extLst>
          </p:cNvPr>
          <p:cNvSpPr>
            <a:spLocks xmlns:a="http://schemas.openxmlformats.org/drawingml/2006/main" noGrp="1"/>
          </p:cNvSpPr>
          <p:nvPr/>
        </p:nvSpPr>
        <p:spPr>
          <a:xfrm xmlns:a="http://schemas.openxmlformats.org/drawingml/2006/main">
            <a:off x="6572250" y="5036820"/>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6" name="">
            <a:extLst xmlns:a="http://schemas.openxmlformats.org/drawingml/2006/main">
              <a:ext uri="{FF2B5EF4-FFF2-40B4-BE49-F238E27FC236}">
                <a16:creationId xmlns:a16="http://schemas.microsoft.com/office/drawing/2014/main" id="{4AF56B60-FE4F-43BF-A711-EB40742AA0D5}"/>
              </a:ext>
            </a:extLst>
          </p:cNvPr>
          <p:cNvSpPr>
            <a:spLocks xmlns:a="http://schemas.openxmlformats.org/drawingml/2006/main" noGrp="1"/>
          </p:cNvSpPr>
          <p:nvPr/>
        </p:nvSpPr>
        <p:spPr>
          <a:xfrm xmlns:a="http://schemas.openxmlformats.org/drawingml/2006/main">
            <a:off x="6572250" y="6296025"/>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7" name="">
            <a:extLst xmlns:a="http://schemas.openxmlformats.org/drawingml/2006/main">
              <a:ext uri="{FF2B5EF4-FFF2-40B4-BE49-F238E27FC236}">
                <a16:creationId xmlns:a16="http://schemas.microsoft.com/office/drawing/2014/main" id="{CA706E2B-F230-422A-B23B-2DB28C4A4135}"/>
              </a:ext>
            </a:extLst>
          </p:cNvPr>
          <p:cNvSpPr>
            <a:spLocks xmlns:a="http://schemas.openxmlformats.org/drawingml/2006/main" noGrp="1"/>
          </p:cNvSpPr>
          <p:nvPr/>
        </p:nvSpPr>
        <p:spPr>
          <a:xfrm xmlns:a="http://schemas.openxmlformats.org/drawingml/2006/main">
            <a:off x="6572250" y="1699927"/>
            <a:ext cx="5619750" cy="2518410"/>
          </a:xfrm>
          <a:custGeom xmlns:a="http://schemas.openxmlformats.org/drawingml/2006/main">
            <a:pathLst>
              <a:path w="5619750" h="2518410">
                <a:moveTo>
                  <a:pt x="0" y="0"/>
                </a:moveTo>
                <a:lnTo>
                  <a:pt x="5619750" y="2518410"/>
                </a:lnTo>
              </a:path>
            </a:pathLst>
          </a:custGeom>
          <a:noFill xmlns:a="http://schemas.openxmlformats.org/drawingml/2006/main"/>
          <a:ln xmlns:a="http://schemas.openxmlformats.org/drawingml/2006/main" w="114300">
            <a:solidFill>
              <a:srgbClr val="DADDD1"/>
            </a:solidFill>
            <a:prstDash val="solid"/>
          </a:ln>
        </p:spPr>
      </p:sp>
      <p:sp>
        <p:nvSpPr>
          <p:cNvPr id="18" name="">
            <a:extLst xmlns:a="http://schemas.openxmlformats.org/drawingml/2006/main">
              <a:ext uri="{FF2B5EF4-FFF2-40B4-BE49-F238E27FC236}">
                <a16:creationId xmlns:a16="http://schemas.microsoft.com/office/drawing/2014/main" id="{F7EFFDCF-FD6D-4DE8-A8FD-C427D3E04552}"/>
              </a:ext>
            </a:extLst>
          </p:cNvPr>
          <p:cNvSpPr>
            <a:spLocks xmlns:a="http://schemas.openxmlformats.org/drawingml/2006/main" noGrp="1"/>
          </p:cNvSpPr>
          <p:nvPr/>
        </p:nvSpPr>
        <p:spPr>
          <a:xfrm xmlns:a="http://schemas.openxmlformats.org/drawingml/2006/main">
            <a:off x="7246620" y="0"/>
            <a:ext cx="1685925" cy="6296025"/>
          </a:xfrm>
          <a:custGeom xmlns:a="http://schemas.openxmlformats.org/drawingml/2006/main">
            <a:pathLst>
              <a:path w="1685925" h="6296025">
                <a:moveTo>
                  <a:pt x="0" y="0"/>
                </a:moveTo>
                <a:lnTo>
                  <a:pt x="1685925" y="6296025"/>
                </a:lnTo>
              </a:path>
            </a:pathLst>
          </a:custGeom>
          <a:noFill xmlns:a="http://schemas.openxmlformats.org/drawingml/2006/main"/>
          <a:ln xmlns:a="http://schemas.openxmlformats.org/drawingml/2006/main" w="114300">
            <a:solidFill>
              <a:srgbClr val="DADDD1"/>
            </a:solidFill>
            <a:prstDash val="solid"/>
          </a:ln>
        </p:spPr>
      </p:sp>
      <p:sp>
        <p:nvSpPr>
          <p:cNvPr id="19" name="">
            <a:extLst xmlns:a="http://schemas.openxmlformats.org/drawingml/2006/main">
              <a:ext uri="{FF2B5EF4-FFF2-40B4-BE49-F238E27FC236}">
                <a16:creationId xmlns:a16="http://schemas.microsoft.com/office/drawing/2014/main" id="{4651F47C-FDC6-44DF-9DB1-F9EC610CA6D1}"/>
              </a:ext>
            </a:extLst>
          </p:cNvPr>
          <p:cNvSpPr>
            <a:spLocks xmlns:a="http://schemas.openxmlformats.org/drawingml/2006/main" noGrp="1"/>
          </p:cNvSpPr>
          <p:nvPr/>
        </p:nvSpPr>
        <p:spPr>
          <a:xfrm xmlns:a="http://schemas.openxmlformats.org/drawingml/2006/main">
            <a:off x="6572250" y="1070324"/>
            <a:ext cx="5619750" cy="4281297"/>
          </a:xfrm>
          <a:custGeom xmlns:a="http://schemas.openxmlformats.org/drawingml/2006/main">
            <a:pathLst>
              <a:path w="5619750" h="4281297">
                <a:moveTo>
                  <a:pt x="0" y="4281297"/>
                </a:moveTo>
                <a:lnTo>
                  <a:pt x="5619750" y="0"/>
                </a:lnTo>
              </a:path>
            </a:pathLst>
          </a:custGeom>
          <a:noFill xmlns:a="http://schemas.openxmlformats.org/drawingml/2006/main"/>
          <a:ln xmlns:a="http://schemas.openxmlformats.org/drawingml/2006/main" w="114300">
            <a:solidFill>
              <a:srgbClr val="DADDD1"/>
            </a:solidFill>
            <a:prstDash val="solid"/>
          </a:ln>
        </p:spPr>
      </p:sp>
      <p:sp>
        <p:nvSpPr>
          <p:cNvPr id="20" name="">
            <a:extLst xmlns:a="http://schemas.openxmlformats.org/drawingml/2006/main">
              <a:ext uri="{FF2B5EF4-FFF2-40B4-BE49-F238E27FC236}">
                <a16:creationId xmlns:a16="http://schemas.microsoft.com/office/drawing/2014/main" id="{D1723153-030C-4DCF-B32F-00A819E613D9}"/>
              </a:ext>
            </a:extLst>
          </p:cNvPr>
          <p:cNvSpPr>
            <a:spLocks xmlns:a="http://schemas.openxmlformats.org/drawingml/2006/main" noGrp="1"/>
          </p:cNvSpPr>
          <p:nvPr/>
        </p:nvSpPr>
        <p:spPr>
          <a:xfrm xmlns:a="http://schemas.openxmlformats.org/drawingml/2006/main">
            <a:off x="10674668" y="0"/>
            <a:ext cx="393383" cy="6296025"/>
          </a:xfrm>
          <a:custGeom xmlns:a="http://schemas.openxmlformats.org/drawingml/2006/main">
            <a:pathLst>
              <a:path w="393383" h="6296025">
                <a:moveTo>
                  <a:pt x="0" y="0"/>
                </a:moveTo>
                <a:lnTo>
                  <a:pt x="393383" y="6296025"/>
                </a:lnTo>
              </a:path>
            </a:pathLst>
          </a:custGeom>
          <a:noFill xmlns:a="http://schemas.openxmlformats.org/drawingml/2006/main"/>
          <a:ln xmlns:a="http://schemas.openxmlformats.org/drawingml/2006/main" w="114300">
            <a:solidFill>
              <a:srgbClr val="DADDD1"/>
            </a:solidFill>
            <a:prstDash val="solid"/>
          </a:ln>
        </p:spPr>
      </p:sp>
      <p:sp>
        <p:nvSpPr>
          <p:cNvPr id="21" name="">
            <a:extLst xmlns:a="http://schemas.openxmlformats.org/drawingml/2006/main">
              <a:ext uri="{FF2B5EF4-FFF2-40B4-BE49-F238E27FC236}">
                <a16:creationId xmlns:a16="http://schemas.microsoft.com/office/drawing/2014/main" id="{E8573C6F-27AE-43C5-A34F-B91D1F510292}"/>
              </a:ext>
            </a:extLst>
          </p:cNvPr>
          <p:cNvSpPr>
            <a:spLocks xmlns:a="http://schemas.openxmlformats.org/drawingml/2006/main" noGrp="1"/>
          </p:cNvSpPr>
          <p:nvPr/>
        </p:nvSpPr>
        <p:spPr>
          <a:xfrm xmlns:a="http://schemas.openxmlformats.org/drawingml/2006/main">
            <a:off x="0" y="0"/>
            <a:ext cx="6286500" cy="6286500"/>
          </a:xfrm>
          <a:prstGeom xmlns:a="http://schemas.openxmlformats.org/drawingml/2006/main" prst="rect">
            <a:avLst/>
          </a:prstGeom>
          <a:solidFill xmlns:a="http://schemas.openxmlformats.org/drawingml/2006/main">
            <a:srgbClr val="F3F0E7"/>
          </a:solidFill>
          <a:ln xmlns:a="http://schemas.openxmlformats.org/drawingml/2006/main" w="0">
            <a:noFill/>
            <a:prstDash val="solid"/>
          </a:ln>
        </p:spPr>
      </p:sp>
      <p:sp>
        <p:nvSpPr>
          <p:cNvPr id="22" name="Build with AI 2026">
            <a:extLst xmlns:a="http://schemas.openxmlformats.org/drawingml/2006/main">
              <a:ext uri="{FF2B5EF4-FFF2-40B4-BE49-F238E27FC236}">
                <a16:creationId xmlns:a16="http://schemas.microsoft.com/office/drawing/2014/main" id="{6941FF3B-8E21-41D9-AF48-43591D3EFE2C}"/>
              </a:ext>
            </a:extLst>
          </p:cNvPr>
          <p:cNvSpPr>
            <a:spLocks xmlns:a="http://schemas.openxmlformats.org/drawingml/2006/main" noGrp="1"/>
          </p:cNvSpPr>
          <p:nvPr/>
        </p:nvSpPr>
        <p:spPr>
          <a:xfrm xmlns:a="http://schemas.openxmlformats.org/drawingml/2006/main">
            <a:off x="609600" y="52387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52716B"/>
                </a:solidFill>
                <a:latin typeface="Segoe UI"/>
                <a:ea typeface="Segoe UI"/>
                <a:cs typeface="Segoe UI"/>
              </a:defRPr>
            </a:defPPr>
            <a:lvl1pPr algn="l">
              <a:defRPr sz="1575" b="0" i="0">
                <a:solidFill>
                  <a:srgbClr val="52716B"/>
                </a:solidFill>
                <a:latin typeface="Segoe UI"/>
                <a:ea typeface="Segoe UI"/>
                <a:cs typeface="Segoe UI"/>
              </a:defRPr>
            </a:lvl1pPr>
            <a:lvl2pPr algn="l">
              <a:defRPr sz="1575" b="0" i="0">
                <a:solidFill>
                  <a:srgbClr val="52716B"/>
                </a:solidFill>
                <a:latin typeface="Segoe UI"/>
                <a:ea typeface="Segoe UI"/>
                <a:cs typeface="Segoe UI"/>
              </a:defRPr>
            </a:lvl2pPr>
            <a:lvl3pPr algn="l">
              <a:defRPr sz="1575" b="0" i="0">
                <a:solidFill>
                  <a:srgbClr val="52716B"/>
                </a:solidFill>
                <a:latin typeface="Segoe UI"/>
                <a:ea typeface="Segoe UI"/>
                <a:cs typeface="Segoe UI"/>
              </a:defRPr>
            </a:lvl3pPr>
            <a:lvl4pPr algn="l">
              <a:defRPr sz="1575" b="0" i="0">
                <a:solidFill>
                  <a:srgbClr val="52716B"/>
                </a:solidFill>
                <a:latin typeface="Segoe UI"/>
                <a:ea typeface="Segoe UI"/>
                <a:cs typeface="Segoe UI"/>
              </a:defRPr>
            </a:lvl4pPr>
            <a:lvl5pPr algn="l">
              <a:defRPr sz="1575" b="0" i="0">
                <a:solidFill>
                  <a:srgbClr val="52716B"/>
                </a:solidFill>
                <a:latin typeface="Segoe UI"/>
                <a:ea typeface="Segoe UI"/>
                <a:cs typeface="Segoe UI"/>
              </a:defRPr>
            </a:lvl5pPr>
            <a:lvl6pPr algn="l">
              <a:defRPr sz="1575" b="0" i="0">
                <a:solidFill>
                  <a:srgbClr val="52716B"/>
                </a:solidFill>
                <a:latin typeface="Segoe UI"/>
                <a:ea typeface="Segoe UI"/>
                <a:cs typeface="Segoe UI"/>
              </a:defRPr>
            </a:lvl6pPr>
            <a:lvl7pPr algn="l">
              <a:defRPr sz="1575" b="0" i="0">
                <a:solidFill>
                  <a:srgbClr val="52716B"/>
                </a:solidFill>
                <a:latin typeface="Segoe UI"/>
                <a:ea typeface="Segoe UI"/>
                <a:cs typeface="Segoe UI"/>
              </a:defRPr>
            </a:lvl7pPr>
            <a:lvl8pPr algn="l">
              <a:defRPr sz="1575" b="0" i="0">
                <a:solidFill>
                  <a:srgbClr val="52716B"/>
                </a:solidFill>
                <a:latin typeface="Segoe UI"/>
                <a:ea typeface="Segoe UI"/>
                <a:cs typeface="Segoe UI"/>
              </a:defRPr>
            </a:lvl8pPr>
            <a:lvl9pPr algn="l">
              <a:defRPr sz="1575" b="0" i="0">
                <a:solidFill>
                  <a:srgbClr val="52716B"/>
                </a:solidFill>
                <a:latin typeface="Segoe UI"/>
                <a:ea typeface="Segoe UI"/>
                <a:cs typeface="Segoe UI"/>
              </a:defRPr>
            </a:lvl9pPr>
          </a:lstStyle>
          <a:p xmlns:a="http://schemas.openxmlformats.org/drawingml/2006/main">
            <a:pPr algn="l">
              <a:lnSpc>
                <a:spcPct val="105000"/>
              </a:lnSpc>
              <a:buNone/>
              <a:defRPr sz="1575" b="0" i="0">
                <a:solidFill>
                  <a:srgbClr val="52716B"/>
                </a:solidFill>
                <a:latin typeface="Segoe UI"/>
                <a:ea typeface="Segoe UI"/>
                <a:cs typeface="Segoe UI"/>
              </a:defRPr>
            </a:pPr>
            <a:r>
              <a:rPr sz="1575" b="0" i="0">
                <a:solidFill>
                  <a:srgbClr val="52716B"/>
                </a:solidFill>
                <a:latin typeface="Segoe UI"/>
                <a:ea typeface="Segoe UI"/>
                <a:cs typeface="Segoe UI"/>
              </a:rPr>
              <a:t>Build with AI 2026</a:t>
            </a:r>
          </a:p>
        </p:txBody>
      </p:sp>
      <p:sp>
        <p:nvSpPr>
          <p:cNvPr id="23" name="Успею&#10;вернуться">
            <a:extLst xmlns:a="http://schemas.openxmlformats.org/drawingml/2006/main">
              <a:ext uri="{FF2B5EF4-FFF2-40B4-BE49-F238E27FC236}">
                <a16:creationId xmlns:a16="http://schemas.microsoft.com/office/drawing/2014/main" id="{A30C995A-748C-4375-A2C8-C576E33ECECB}"/>
              </a:ext>
            </a:extLst>
          </p:cNvPr>
          <p:cNvSpPr>
            <a:spLocks xmlns:a="http://schemas.openxmlformats.org/drawingml/2006/main" noGrp="1"/>
          </p:cNvSpPr>
          <p:nvPr/>
        </p:nvSpPr>
        <p:spPr>
          <a:xfrm xmlns:a="http://schemas.openxmlformats.org/drawingml/2006/main">
            <a:off x="571500" y="1390650"/>
            <a:ext cx="6191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600" b="1" i="0">
                <a:solidFill>
                  <a:srgbClr val="153D3B"/>
                </a:solidFill>
                <a:latin typeface="Segoe UI"/>
                <a:ea typeface="Segoe UI"/>
                <a:cs typeface="Segoe UI"/>
              </a:defRPr>
            </a:defPPr>
            <a:lvl1pPr algn="l">
              <a:defRPr sz="6600" b="1" i="0">
                <a:solidFill>
                  <a:srgbClr val="153D3B"/>
                </a:solidFill>
                <a:latin typeface="Segoe UI"/>
                <a:ea typeface="Segoe UI"/>
                <a:cs typeface="Segoe UI"/>
              </a:defRPr>
            </a:lvl1pPr>
            <a:lvl2pPr algn="l">
              <a:defRPr sz="6600" b="1" i="0">
                <a:solidFill>
                  <a:srgbClr val="153D3B"/>
                </a:solidFill>
                <a:latin typeface="Segoe UI"/>
                <a:ea typeface="Segoe UI"/>
                <a:cs typeface="Segoe UI"/>
              </a:defRPr>
            </a:lvl2pPr>
            <a:lvl3pPr algn="l">
              <a:defRPr sz="6600" b="1" i="0">
                <a:solidFill>
                  <a:srgbClr val="153D3B"/>
                </a:solidFill>
                <a:latin typeface="Segoe UI"/>
                <a:ea typeface="Segoe UI"/>
                <a:cs typeface="Segoe UI"/>
              </a:defRPr>
            </a:lvl3pPr>
            <a:lvl4pPr algn="l">
              <a:defRPr sz="6600" b="1" i="0">
                <a:solidFill>
                  <a:srgbClr val="153D3B"/>
                </a:solidFill>
                <a:latin typeface="Segoe UI"/>
                <a:ea typeface="Segoe UI"/>
                <a:cs typeface="Segoe UI"/>
              </a:defRPr>
            </a:lvl4pPr>
            <a:lvl5pPr algn="l">
              <a:defRPr sz="6600" b="1" i="0">
                <a:solidFill>
                  <a:srgbClr val="153D3B"/>
                </a:solidFill>
                <a:latin typeface="Segoe UI"/>
                <a:ea typeface="Segoe UI"/>
                <a:cs typeface="Segoe UI"/>
              </a:defRPr>
            </a:lvl5pPr>
            <a:lvl6pPr algn="l">
              <a:defRPr sz="6600" b="1" i="0">
                <a:solidFill>
                  <a:srgbClr val="153D3B"/>
                </a:solidFill>
                <a:latin typeface="Segoe UI"/>
                <a:ea typeface="Segoe UI"/>
                <a:cs typeface="Segoe UI"/>
              </a:defRPr>
            </a:lvl6pPr>
            <a:lvl7pPr algn="l">
              <a:defRPr sz="6600" b="1" i="0">
                <a:solidFill>
                  <a:srgbClr val="153D3B"/>
                </a:solidFill>
                <a:latin typeface="Segoe UI"/>
                <a:ea typeface="Segoe UI"/>
                <a:cs typeface="Segoe UI"/>
              </a:defRPr>
            </a:lvl7pPr>
            <a:lvl8pPr algn="l">
              <a:defRPr sz="6600" b="1" i="0">
                <a:solidFill>
                  <a:srgbClr val="153D3B"/>
                </a:solidFill>
                <a:latin typeface="Segoe UI"/>
                <a:ea typeface="Segoe UI"/>
                <a:cs typeface="Segoe UI"/>
              </a:defRPr>
            </a:lvl8pPr>
            <a:lvl9pPr algn="l">
              <a:defRPr sz="6600" b="1" i="0">
                <a:solidFill>
                  <a:srgbClr val="153D3B"/>
                </a:solidFill>
                <a:latin typeface="Segoe UI"/>
                <a:ea typeface="Segoe UI"/>
                <a:cs typeface="Segoe UI"/>
              </a:defRPr>
            </a:lvl9pPr>
          </a:lstStyle>
          <a:p xmlns:a="http://schemas.openxmlformats.org/drawingml/2006/main">
            <a:pPr algn="l">
              <a:lnSpc>
                <a:spcPct val="105000"/>
              </a:lnSpc>
              <a:buNone/>
              <a:defRPr sz="6600" b="1" i="0">
                <a:solidFill>
                  <a:srgbClr val="153D3B"/>
                </a:solidFill>
                <a:latin typeface="Segoe UI"/>
                <a:ea typeface="Segoe UI"/>
                <a:cs typeface="Segoe UI"/>
              </a:defRPr>
            </a:pPr>
            <a:r>
              <a:rPr sz="6600" b="1" i="0">
                <a:solidFill>
                  <a:srgbClr val="153D3B"/>
                </a:solidFill>
                <a:latin typeface="Segoe UI"/>
                <a:ea typeface="Segoe UI"/>
                <a:cs typeface="Segoe UI"/>
              </a:rPr>
              <a:t>Успею</a:t>
            </a:r>
          </a:p>
          <a:p xmlns:a="http://schemas.openxmlformats.org/drawingml/2006/main">
            <a:pPr algn="l">
              <a:lnSpc>
                <a:spcPct val="105000"/>
              </a:lnSpc>
              <a:buNone/>
              <a:defRPr sz="6600" b="1" i="0">
                <a:solidFill>
                  <a:srgbClr val="153D3B"/>
                </a:solidFill>
                <a:latin typeface="Segoe UI"/>
                <a:ea typeface="Segoe UI"/>
                <a:cs typeface="Segoe UI"/>
              </a:defRPr>
            </a:pPr>
            <a:r>
              <a:rPr sz="6600" b="1" i="0">
                <a:solidFill>
                  <a:srgbClr val="153D3B"/>
                </a:solidFill>
                <a:latin typeface="Segoe UI"/>
                <a:ea typeface="Segoe UI"/>
                <a:cs typeface="Segoe UI"/>
              </a:rPr>
              <a:t>вернуться</a:t>
            </a:r>
          </a:p>
        </p:txBody>
      </p:sp>
      <p:sp>
        <p:nvSpPr>
          <p:cNvPr id="24" name="Городская прогулка&#10;в вашем окне вре">
            <a:extLst xmlns:a="http://schemas.openxmlformats.org/drawingml/2006/main">
              <a:ext uri="{FF2B5EF4-FFF2-40B4-BE49-F238E27FC236}">
                <a16:creationId xmlns:a16="http://schemas.microsoft.com/office/drawing/2014/main" id="{3D7B4D89-8720-42BD-BA0D-DA59723C16F0}"/>
              </a:ext>
            </a:extLst>
          </p:cNvPr>
          <p:cNvSpPr>
            <a:spLocks xmlns:a="http://schemas.openxmlformats.org/drawingml/2006/main" noGrp="1"/>
          </p:cNvSpPr>
          <p:nvPr/>
        </p:nvSpPr>
        <p:spPr>
          <a:xfrm xmlns:a="http://schemas.openxmlformats.org/drawingml/2006/main">
            <a:off x="609600" y="4171950"/>
            <a:ext cx="5524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i="0">
                <a:solidFill>
                  <a:srgbClr val="153D3B"/>
                </a:solidFill>
                <a:latin typeface="Segoe UI"/>
                <a:ea typeface="Segoe UI"/>
                <a:cs typeface="Segoe UI"/>
              </a:defRPr>
            </a:defPPr>
            <a:lvl1pPr algn="l">
              <a:defRPr sz="2550" b="0" i="0">
                <a:solidFill>
                  <a:srgbClr val="153D3B"/>
                </a:solidFill>
                <a:latin typeface="Segoe UI"/>
                <a:ea typeface="Segoe UI"/>
                <a:cs typeface="Segoe UI"/>
              </a:defRPr>
            </a:lvl1pPr>
            <a:lvl2pPr algn="l">
              <a:defRPr sz="2550" b="0" i="0">
                <a:solidFill>
                  <a:srgbClr val="153D3B"/>
                </a:solidFill>
                <a:latin typeface="Segoe UI"/>
                <a:ea typeface="Segoe UI"/>
                <a:cs typeface="Segoe UI"/>
              </a:defRPr>
            </a:lvl2pPr>
            <a:lvl3pPr algn="l">
              <a:defRPr sz="2550" b="0" i="0">
                <a:solidFill>
                  <a:srgbClr val="153D3B"/>
                </a:solidFill>
                <a:latin typeface="Segoe UI"/>
                <a:ea typeface="Segoe UI"/>
                <a:cs typeface="Segoe UI"/>
              </a:defRPr>
            </a:lvl3pPr>
            <a:lvl4pPr algn="l">
              <a:defRPr sz="2550" b="0" i="0">
                <a:solidFill>
                  <a:srgbClr val="153D3B"/>
                </a:solidFill>
                <a:latin typeface="Segoe UI"/>
                <a:ea typeface="Segoe UI"/>
                <a:cs typeface="Segoe UI"/>
              </a:defRPr>
            </a:lvl4pPr>
            <a:lvl5pPr algn="l">
              <a:defRPr sz="2550" b="0" i="0">
                <a:solidFill>
                  <a:srgbClr val="153D3B"/>
                </a:solidFill>
                <a:latin typeface="Segoe UI"/>
                <a:ea typeface="Segoe UI"/>
                <a:cs typeface="Segoe UI"/>
              </a:defRPr>
            </a:lvl5pPr>
            <a:lvl6pPr algn="l">
              <a:defRPr sz="2550" b="0" i="0">
                <a:solidFill>
                  <a:srgbClr val="153D3B"/>
                </a:solidFill>
                <a:latin typeface="Segoe UI"/>
                <a:ea typeface="Segoe UI"/>
                <a:cs typeface="Segoe UI"/>
              </a:defRPr>
            </a:lvl6pPr>
            <a:lvl7pPr algn="l">
              <a:defRPr sz="2550" b="0" i="0">
                <a:solidFill>
                  <a:srgbClr val="153D3B"/>
                </a:solidFill>
                <a:latin typeface="Segoe UI"/>
                <a:ea typeface="Segoe UI"/>
                <a:cs typeface="Segoe UI"/>
              </a:defRPr>
            </a:lvl7pPr>
            <a:lvl8pPr algn="l">
              <a:defRPr sz="2550" b="0" i="0">
                <a:solidFill>
                  <a:srgbClr val="153D3B"/>
                </a:solidFill>
                <a:latin typeface="Segoe UI"/>
                <a:ea typeface="Segoe UI"/>
                <a:cs typeface="Segoe UI"/>
              </a:defRPr>
            </a:lvl8pPr>
            <a:lvl9pPr algn="l">
              <a:defRPr sz="2550" b="0" i="0">
                <a:solidFill>
                  <a:srgbClr val="153D3B"/>
                </a:solidFill>
                <a:latin typeface="Segoe UI"/>
                <a:ea typeface="Segoe UI"/>
                <a:cs typeface="Segoe UI"/>
              </a:defRPr>
            </a:lvl9pPr>
          </a:lstStyle>
          <a:p xmlns:a="http://schemas.openxmlformats.org/drawingml/2006/main">
            <a:pPr algn="l">
              <a:lnSpc>
                <a:spcPct val="105000"/>
              </a:lnSpc>
              <a:buNone/>
              <a:defRPr sz="2550" b="0" i="0">
                <a:solidFill>
                  <a:srgbClr val="153D3B"/>
                </a:solidFill>
                <a:latin typeface="Segoe UI"/>
                <a:ea typeface="Segoe UI"/>
                <a:cs typeface="Segoe UI"/>
              </a:defRPr>
            </a:pPr>
            <a:r>
              <a:rPr sz="2550" b="0" i="0">
                <a:solidFill>
                  <a:srgbClr val="153D3B"/>
                </a:solidFill>
                <a:latin typeface="Segoe UI"/>
                <a:ea typeface="Segoe UI"/>
                <a:cs typeface="Segoe UI"/>
              </a:rPr>
              <a:t>Городская прогулка</a:t>
            </a:r>
          </a:p>
          <a:p xmlns:a="http://schemas.openxmlformats.org/drawingml/2006/main">
            <a:pPr algn="l">
              <a:lnSpc>
                <a:spcPct val="105000"/>
              </a:lnSpc>
              <a:buNone/>
              <a:defRPr sz="2550" b="0" i="0">
                <a:solidFill>
                  <a:srgbClr val="153D3B"/>
                </a:solidFill>
                <a:latin typeface="Segoe UI"/>
                <a:ea typeface="Segoe UI"/>
                <a:cs typeface="Segoe UI"/>
              </a:defRPr>
            </a:pPr>
            <a:r>
              <a:rPr sz="2550" b="0" i="0">
                <a:solidFill>
                  <a:srgbClr val="153D3B"/>
                </a:solidFill>
                <a:latin typeface="Segoe UI"/>
                <a:ea typeface="Segoe UI"/>
                <a:cs typeface="Segoe UI"/>
              </a:rPr>
              <a:t>в вашем окне времени</a:t>
            </a:r>
          </a:p>
        </p:txBody>
      </p:sp>
      <p:sp>
        <p:nvSpPr>
          <p:cNvPr id="25" name="Астана   /   Smart City">
            <a:extLst xmlns:a="http://schemas.openxmlformats.org/drawingml/2006/main">
              <a:ext uri="{FF2B5EF4-FFF2-40B4-BE49-F238E27FC236}">
                <a16:creationId xmlns:a16="http://schemas.microsoft.com/office/drawing/2014/main" id="{87D23560-2962-4BCF-B601-0761E968E1D1}"/>
              </a:ext>
            </a:extLst>
          </p:cNvPr>
          <p:cNvSpPr>
            <a:spLocks xmlns:a="http://schemas.openxmlformats.org/drawingml/2006/main" noGrp="1"/>
          </p:cNvSpPr>
          <p:nvPr/>
        </p:nvSpPr>
        <p:spPr>
          <a:xfrm xmlns:a="http://schemas.openxmlformats.org/drawingml/2006/main">
            <a:off x="609600" y="549592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2716B"/>
                </a:solidFill>
                <a:latin typeface="Segoe UI"/>
                <a:ea typeface="Segoe UI"/>
                <a:cs typeface="Segoe UI"/>
              </a:defRPr>
            </a:defPPr>
            <a:lvl1pPr algn="l">
              <a:defRPr sz="1725" b="0" i="0">
                <a:solidFill>
                  <a:srgbClr val="52716B"/>
                </a:solidFill>
                <a:latin typeface="Segoe UI"/>
                <a:ea typeface="Segoe UI"/>
                <a:cs typeface="Segoe UI"/>
              </a:defRPr>
            </a:lvl1pPr>
            <a:lvl2pPr algn="l">
              <a:defRPr sz="1725" b="0" i="0">
                <a:solidFill>
                  <a:srgbClr val="52716B"/>
                </a:solidFill>
                <a:latin typeface="Segoe UI"/>
                <a:ea typeface="Segoe UI"/>
                <a:cs typeface="Segoe UI"/>
              </a:defRPr>
            </a:lvl2pPr>
            <a:lvl3pPr algn="l">
              <a:defRPr sz="1725" b="0" i="0">
                <a:solidFill>
                  <a:srgbClr val="52716B"/>
                </a:solidFill>
                <a:latin typeface="Segoe UI"/>
                <a:ea typeface="Segoe UI"/>
                <a:cs typeface="Segoe UI"/>
              </a:defRPr>
            </a:lvl3pPr>
            <a:lvl4pPr algn="l">
              <a:defRPr sz="1725" b="0" i="0">
                <a:solidFill>
                  <a:srgbClr val="52716B"/>
                </a:solidFill>
                <a:latin typeface="Segoe UI"/>
                <a:ea typeface="Segoe UI"/>
                <a:cs typeface="Segoe UI"/>
              </a:defRPr>
            </a:lvl4pPr>
            <a:lvl5pPr algn="l">
              <a:defRPr sz="1725" b="0" i="0">
                <a:solidFill>
                  <a:srgbClr val="52716B"/>
                </a:solidFill>
                <a:latin typeface="Segoe UI"/>
                <a:ea typeface="Segoe UI"/>
                <a:cs typeface="Segoe UI"/>
              </a:defRPr>
            </a:lvl5pPr>
            <a:lvl6pPr algn="l">
              <a:defRPr sz="1725" b="0" i="0">
                <a:solidFill>
                  <a:srgbClr val="52716B"/>
                </a:solidFill>
                <a:latin typeface="Segoe UI"/>
                <a:ea typeface="Segoe UI"/>
                <a:cs typeface="Segoe UI"/>
              </a:defRPr>
            </a:lvl6pPr>
            <a:lvl7pPr algn="l">
              <a:defRPr sz="1725" b="0" i="0">
                <a:solidFill>
                  <a:srgbClr val="52716B"/>
                </a:solidFill>
                <a:latin typeface="Segoe UI"/>
                <a:ea typeface="Segoe UI"/>
                <a:cs typeface="Segoe UI"/>
              </a:defRPr>
            </a:lvl7pPr>
            <a:lvl8pPr algn="l">
              <a:defRPr sz="1725" b="0" i="0">
                <a:solidFill>
                  <a:srgbClr val="52716B"/>
                </a:solidFill>
                <a:latin typeface="Segoe UI"/>
                <a:ea typeface="Segoe UI"/>
                <a:cs typeface="Segoe UI"/>
              </a:defRPr>
            </a:lvl8pPr>
            <a:lvl9pPr algn="l">
              <a:defRPr sz="1725" b="0" i="0">
                <a:solidFill>
                  <a:srgbClr val="52716B"/>
                </a:solidFill>
                <a:latin typeface="Segoe UI"/>
                <a:ea typeface="Segoe UI"/>
                <a:cs typeface="Segoe UI"/>
              </a:defRPr>
            </a:lvl9pPr>
          </a:lstStyle>
          <a:p xmlns:a="http://schemas.openxmlformats.org/drawingml/2006/main">
            <a:pPr algn="l">
              <a:lnSpc>
                <a:spcPct val="105000"/>
              </a:lnSpc>
              <a:buNone/>
              <a:defRPr sz="1725" b="0" i="0">
                <a:solidFill>
                  <a:srgbClr val="52716B"/>
                </a:solidFill>
                <a:latin typeface="Segoe UI"/>
                <a:ea typeface="Segoe UI"/>
                <a:cs typeface="Segoe UI"/>
              </a:defRPr>
            </a:pPr>
            <a:r>
              <a:rPr sz="1725" b="0" i="0">
                <a:solidFill>
                  <a:srgbClr val="52716B"/>
                </a:solidFill>
                <a:latin typeface="Segoe UI"/>
                <a:ea typeface="Segoe UI"/>
                <a:cs typeface="Segoe UI"/>
              </a:rPr>
              <a:t>Астана   /   Smart City</a:t>
            </a:r>
          </a:p>
        </p:txBody>
      </p:sp>
      <p:sp>
        <p:nvSpPr>
          <p:cNvPr id="26" name="">
            <a:extLst xmlns:a="http://schemas.openxmlformats.org/drawingml/2006/main">
              <a:ext uri="{FF2B5EF4-FFF2-40B4-BE49-F238E27FC236}">
                <a16:creationId xmlns:a16="http://schemas.microsoft.com/office/drawing/2014/main" id="{74B09A34-4FA3-4C6A-8126-F0E46FC50014}"/>
              </a:ext>
            </a:extLst>
          </p:cNvPr>
          <p:cNvSpPr>
            <a:spLocks xmlns:a="http://schemas.openxmlformats.org/drawingml/2006/main" noGrp="1"/>
          </p:cNvSpPr>
          <p:nvPr/>
        </p:nvSpPr>
        <p:spPr>
          <a:xfrm xmlns:a="http://schemas.openxmlformats.org/drawingml/2006/main">
            <a:off x="7334250" y="3748088"/>
            <a:ext cx="1257300" cy="953"/>
          </a:xfrm>
          <a:custGeom xmlns:a="http://schemas.openxmlformats.org/drawingml/2006/main">
            <a:pathLst>
              <a:path w="1257300" h="953">
                <a:moveTo>
                  <a:pt x="0" y="0"/>
                </a:moveTo>
                <a:lnTo>
                  <a:pt x="1257300" y="953"/>
                </a:lnTo>
              </a:path>
            </a:pathLst>
          </a:custGeom>
          <a:noFill xmlns:a="http://schemas.openxmlformats.org/drawingml/2006/main"/>
          <a:ln xmlns:a="http://schemas.openxmlformats.org/drawingml/2006/main" w="57150">
            <a:solidFill>
              <a:srgbClr val="1D8B82"/>
            </a:solidFill>
            <a:prstDash val="solid"/>
          </a:ln>
        </p:spPr>
      </p:sp>
      <p:sp>
        <p:nvSpPr>
          <p:cNvPr id="27" name="">
            <a:extLst xmlns:a="http://schemas.openxmlformats.org/drawingml/2006/main">
              <a:ext uri="{FF2B5EF4-FFF2-40B4-BE49-F238E27FC236}">
                <a16:creationId xmlns:a16="http://schemas.microsoft.com/office/drawing/2014/main" id="{26392D79-235E-41DA-84B7-30AEF82763A9}"/>
              </a:ext>
            </a:extLst>
          </p:cNvPr>
          <p:cNvSpPr>
            <a:spLocks xmlns:a="http://schemas.openxmlformats.org/drawingml/2006/main" noGrp="1"/>
          </p:cNvSpPr>
          <p:nvPr/>
        </p:nvSpPr>
        <p:spPr>
          <a:xfrm xmlns:a="http://schemas.openxmlformats.org/drawingml/2006/main">
            <a:off x="8591550" y="2333625"/>
            <a:ext cx="953" cy="1414463"/>
          </a:xfrm>
          <a:custGeom xmlns:a="http://schemas.openxmlformats.org/drawingml/2006/main">
            <a:pathLst>
              <a:path w="953" h="1414463">
                <a:moveTo>
                  <a:pt x="0" y="1414463"/>
                </a:moveTo>
                <a:lnTo>
                  <a:pt x="953" y="0"/>
                </a:lnTo>
              </a:path>
            </a:pathLst>
          </a:custGeom>
          <a:noFill xmlns:a="http://schemas.openxmlformats.org/drawingml/2006/main"/>
          <a:ln xmlns:a="http://schemas.openxmlformats.org/drawingml/2006/main" w="57150">
            <a:solidFill>
              <a:srgbClr val="1D8B82"/>
            </a:solidFill>
            <a:prstDash val="solid"/>
          </a:ln>
        </p:spPr>
      </p:sp>
      <p:sp>
        <p:nvSpPr>
          <p:cNvPr id="28" name="">
            <a:extLst xmlns:a="http://schemas.openxmlformats.org/drawingml/2006/main">
              <a:ext uri="{FF2B5EF4-FFF2-40B4-BE49-F238E27FC236}">
                <a16:creationId xmlns:a16="http://schemas.microsoft.com/office/drawing/2014/main" id="{DC6B2167-351E-44CD-80D5-5518083BE339}"/>
              </a:ext>
            </a:extLst>
          </p:cNvPr>
          <p:cNvSpPr>
            <a:spLocks xmlns:a="http://schemas.openxmlformats.org/drawingml/2006/main" noGrp="1"/>
          </p:cNvSpPr>
          <p:nvPr/>
        </p:nvSpPr>
        <p:spPr>
          <a:xfrm xmlns:a="http://schemas.openxmlformats.org/drawingml/2006/main">
            <a:off x="8591550" y="2333625"/>
            <a:ext cx="2357438" cy="953"/>
          </a:xfrm>
          <a:custGeom xmlns:a="http://schemas.openxmlformats.org/drawingml/2006/main">
            <a:pathLst>
              <a:path w="2357438" h="953">
                <a:moveTo>
                  <a:pt x="0" y="0"/>
                </a:moveTo>
                <a:lnTo>
                  <a:pt x="2357438" y="953"/>
                </a:lnTo>
              </a:path>
            </a:pathLst>
          </a:custGeom>
          <a:noFill xmlns:a="http://schemas.openxmlformats.org/drawingml/2006/main"/>
          <a:ln xmlns:a="http://schemas.openxmlformats.org/drawingml/2006/main" w="57150">
            <a:solidFill>
              <a:srgbClr val="1D8B82"/>
            </a:solidFill>
            <a:prstDash val="solid"/>
          </a:ln>
        </p:spPr>
      </p:sp>
      <p:sp>
        <p:nvSpPr>
          <p:cNvPr id="29" name="">
            <a:extLst xmlns:a="http://schemas.openxmlformats.org/drawingml/2006/main">
              <a:ext uri="{FF2B5EF4-FFF2-40B4-BE49-F238E27FC236}">
                <a16:creationId xmlns:a16="http://schemas.microsoft.com/office/drawing/2014/main" id="{98898D7B-E2BC-48EE-BDCA-3799603BFB6E}"/>
              </a:ext>
            </a:extLst>
          </p:cNvPr>
          <p:cNvSpPr>
            <a:spLocks xmlns:a="http://schemas.openxmlformats.org/drawingml/2006/main" noGrp="1"/>
          </p:cNvSpPr>
          <p:nvPr/>
        </p:nvSpPr>
        <p:spPr>
          <a:xfrm xmlns:a="http://schemas.openxmlformats.org/drawingml/2006/main">
            <a:off x="10948988" y="2333625"/>
            <a:ext cx="953" cy="2357438"/>
          </a:xfrm>
          <a:custGeom xmlns:a="http://schemas.openxmlformats.org/drawingml/2006/main">
            <a:pathLst>
              <a:path w="953" h="2357438">
                <a:moveTo>
                  <a:pt x="0" y="0"/>
                </a:moveTo>
                <a:lnTo>
                  <a:pt x="953" y="2357438"/>
                </a:lnTo>
              </a:path>
            </a:pathLst>
          </a:custGeom>
          <a:noFill xmlns:a="http://schemas.openxmlformats.org/drawingml/2006/main"/>
          <a:ln xmlns:a="http://schemas.openxmlformats.org/drawingml/2006/main" w="57150">
            <a:solidFill>
              <a:srgbClr val="1D8B82"/>
            </a:solidFill>
            <a:prstDash val="solid"/>
          </a:ln>
        </p:spPr>
      </p:sp>
      <p:sp>
        <p:nvSpPr>
          <p:cNvPr id="30" name="">
            <a:extLst xmlns:a="http://schemas.openxmlformats.org/drawingml/2006/main">
              <a:ext uri="{FF2B5EF4-FFF2-40B4-BE49-F238E27FC236}">
                <a16:creationId xmlns:a16="http://schemas.microsoft.com/office/drawing/2014/main" id="{BC491333-AE39-480A-8FAF-EA5A1F5E15E0}"/>
              </a:ext>
            </a:extLst>
          </p:cNvPr>
          <p:cNvSpPr>
            <a:spLocks xmlns:a="http://schemas.openxmlformats.org/drawingml/2006/main" noGrp="1"/>
          </p:cNvSpPr>
          <p:nvPr/>
        </p:nvSpPr>
        <p:spPr>
          <a:xfrm xmlns:a="http://schemas.openxmlformats.org/drawingml/2006/main">
            <a:off x="9377363" y="4691063"/>
            <a:ext cx="1571625" cy="953"/>
          </a:xfrm>
          <a:custGeom xmlns:a="http://schemas.openxmlformats.org/drawingml/2006/main">
            <a:pathLst>
              <a:path w="1571625" h="953">
                <a:moveTo>
                  <a:pt x="1571625" y="0"/>
                </a:moveTo>
                <a:lnTo>
                  <a:pt x="0" y="953"/>
                </a:lnTo>
              </a:path>
            </a:pathLst>
          </a:custGeom>
          <a:noFill xmlns:a="http://schemas.openxmlformats.org/drawingml/2006/main"/>
          <a:ln xmlns:a="http://schemas.openxmlformats.org/drawingml/2006/main" w="57150">
            <a:solidFill>
              <a:srgbClr val="1D8B82"/>
            </a:solidFill>
            <a:prstDash val="solid"/>
          </a:ln>
        </p:spPr>
      </p:sp>
      <p:sp>
        <p:nvSpPr>
          <p:cNvPr id="31" name="">
            <a:extLst xmlns:a="http://schemas.openxmlformats.org/drawingml/2006/main">
              <a:ext uri="{FF2B5EF4-FFF2-40B4-BE49-F238E27FC236}">
                <a16:creationId xmlns:a16="http://schemas.microsoft.com/office/drawing/2014/main" id="{F4A27049-88E6-4323-ADFB-27D5861884A0}"/>
              </a:ext>
            </a:extLst>
          </p:cNvPr>
          <p:cNvSpPr>
            <a:spLocks xmlns:a="http://schemas.openxmlformats.org/drawingml/2006/main" noGrp="1"/>
          </p:cNvSpPr>
          <p:nvPr/>
        </p:nvSpPr>
        <p:spPr>
          <a:xfrm xmlns:a="http://schemas.openxmlformats.org/drawingml/2006/main">
            <a:off x="9377363" y="3748088"/>
            <a:ext cx="953" cy="942975"/>
          </a:xfrm>
          <a:custGeom xmlns:a="http://schemas.openxmlformats.org/drawingml/2006/main">
            <a:pathLst>
              <a:path w="953" h="942975">
                <a:moveTo>
                  <a:pt x="0" y="942975"/>
                </a:moveTo>
                <a:lnTo>
                  <a:pt x="953" y="0"/>
                </a:lnTo>
              </a:path>
            </a:pathLst>
          </a:custGeom>
          <a:noFill xmlns:a="http://schemas.openxmlformats.org/drawingml/2006/main"/>
          <a:ln xmlns:a="http://schemas.openxmlformats.org/drawingml/2006/main" w="57150">
            <a:solidFill>
              <a:srgbClr val="1D8B82"/>
            </a:solidFill>
            <a:prstDash val="solid"/>
          </a:ln>
        </p:spPr>
      </p:sp>
      <p:sp>
        <p:nvSpPr>
          <p:cNvPr id="32" name="">
            <a:extLst xmlns:a="http://schemas.openxmlformats.org/drawingml/2006/main">
              <a:ext uri="{FF2B5EF4-FFF2-40B4-BE49-F238E27FC236}">
                <a16:creationId xmlns:a16="http://schemas.microsoft.com/office/drawing/2014/main" id="{B2FDF32C-CD49-4B1C-BECE-7AB79CDE887F}"/>
              </a:ext>
            </a:extLst>
          </p:cNvPr>
          <p:cNvSpPr>
            <a:spLocks xmlns:a="http://schemas.openxmlformats.org/drawingml/2006/main" noGrp="1"/>
          </p:cNvSpPr>
          <p:nvPr/>
        </p:nvSpPr>
        <p:spPr>
          <a:xfrm xmlns:a="http://schemas.openxmlformats.org/drawingml/2006/main">
            <a:off x="7334250" y="3748088"/>
            <a:ext cx="2043113" cy="953"/>
          </a:xfrm>
          <a:custGeom xmlns:a="http://schemas.openxmlformats.org/drawingml/2006/main">
            <a:pathLst>
              <a:path w="2043113" h="953">
                <a:moveTo>
                  <a:pt x="2043113" y="0"/>
                </a:moveTo>
                <a:lnTo>
                  <a:pt x="0" y="953"/>
                </a:lnTo>
              </a:path>
            </a:pathLst>
          </a:custGeom>
          <a:noFill xmlns:a="http://schemas.openxmlformats.org/drawingml/2006/main"/>
          <a:ln xmlns:a="http://schemas.openxmlformats.org/drawingml/2006/main" w="57150">
            <a:solidFill>
              <a:srgbClr val="1D8B82"/>
            </a:solidFill>
            <a:prstDash val="solid"/>
          </a:ln>
        </p:spPr>
      </p:sp>
      <p:sp>
        <p:nvSpPr>
          <p:cNvPr id="33" name="">
            <a:extLst xmlns:a="http://schemas.openxmlformats.org/drawingml/2006/main">
              <a:ext uri="{FF2B5EF4-FFF2-40B4-BE49-F238E27FC236}">
                <a16:creationId xmlns:a16="http://schemas.microsoft.com/office/drawing/2014/main" id="{1FB70513-8CA8-4B99-B26E-744856CD727C}"/>
              </a:ext>
            </a:extLst>
          </p:cNvPr>
          <p:cNvSpPr>
            <a:spLocks xmlns:a="http://schemas.openxmlformats.org/drawingml/2006/main" noGrp="1"/>
          </p:cNvSpPr>
          <p:nvPr/>
        </p:nvSpPr>
        <p:spPr>
          <a:xfrm xmlns:a="http://schemas.openxmlformats.org/drawingml/2006/main">
            <a:off x="7229475" y="3643313"/>
            <a:ext cx="209550" cy="209550"/>
          </a:xfrm>
          <a:prstGeom xmlns:a="http://schemas.openxmlformats.org/drawingml/2006/main" prst="ellipse">
            <a:avLst/>
          </a:prstGeom>
          <a:solidFill xmlns:a="http://schemas.openxmlformats.org/drawingml/2006/main">
            <a:srgbClr val="153D3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00C4F41-2157-4982-A345-9D59620A248E}"/>
              </a:ext>
            </a:extLst>
          </p:cNvPr>
          <p:cNvSpPr>
            <a:spLocks xmlns:a="http://schemas.openxmlformats.org/drawingml/2006/main" noGrp="1"/>
          </p:cNvSpPr>
          <p:nvPr/>
        </p:nvSpPr>
        <p:spPr>
          <a:xfrm xmlns:a="http://schemas.openxmlformats.org/drawingml/2006/main">
            <a:off x="10844213" y="2228850"/>
            <a:ext cx="209550" cy="209550"/>
          </a:xfrm>
          <a:prstGeom xmlns:a="http://schemas.openxmlformats.org/drawingml/2006/main" prst="ellipse">
            <a:avLst/>
          </a:prstGeom>
          <a:solidFill xmlns:a="http://schemas.openxmlformats.org/drawingml/2006/main">
            <a:srgbClr val="CF653E"/>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B8398E9-A33A-4D41-9250-E4B34D62513E}"/>
              </a:ext>
            </a:extLst>
          </p:cNvPr>
          <p:cNvSpPr>
            <a:spLocks xmlns:a="http://schemas.openxmlformats.org/drawingml/2006/main" noGrp="1"/>
          </p:cNvSpPr>
          <p:nvPr/>
        </p:nvSpPr>
        <p:spPr>
          <a:xfrm xmlns:a="http://schemas.openxmlformats.org/drawingml/2006/main">
            <a:off x="10863263" y="4605338"/>
            <a:ext cx="171450" cy="17145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A685BFA-1CDF-4BFE-B1EC-3E2FF26ED615}"/>
              </a:ext>
            </a:extLst>
          </p:cNvPr>
          <p:cNvSpPr>
            <a:spLocks xmlns:a="http://schemas.openxmlformats.org/drawingml/2006/main" noGrp="1"/>
          </p:cNvSpPr>
          <p:nvPr/>
        </p:nvSpPr>
        <p:spPr>
          <a:xfrm xmlns:a="http://schemas.openxmlformats.org/drawingml/2006/main">
            <a:off x="10410825" y="504825"/>
            <a:ext cx="1085850" cy="108585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54A11FB-DEE9-44F0-8F90-1F46FAEF4016}"/>
              </a:ext>
            </a:extLst>
          </p:cNvPr>
          <p:cNvSpPr>
            <a:spLocks xmlns:a="http://schemas.openxmlformats.org/drawingml/2006/main" noGrp="1"/>
          </p:cNvSpPr>
          <p:nvPr/>
        </p:nvSpPr>
        <p:spPr>
          <a:xfrm xmlns:a="http://schemas.openxmlformats.org/drawingml/2006/main">
            <a:off x="10829925" y="828675"/>
            <a:ext cx="323850" cy="953"/>
          </a:xfrm>
          <a:custGeom xmlns:a="http://schemas.openxmlformats.org/drawingml/2006/main">
            <a:pathLst>
              <a:path w="323850" h="953">
                <a:moveTo>
                  <a:pt x="0" y="0"/>
                </a:moveTo>
                <a:lnTo>
                  <a:pt x="323850" y="953"/>
                </a:lnTo>
              </a:path>
            </a:pathLst>
          </a:custGeom>
          <a:noFill xmlns:a="http://schemas.openxmlformats.org/drawingml/2006/main"/>
          <a:ln xmlns:a="http://schemas.openxmlformats.org/drawingml/2006/main" w="47625">
            <a:solidFill>
              <a:srgbClr val="F3F0E7"/>
            </a:solidFill>
            <a:prstDash val="solid"/>
          </a:ln>
        </p:spPr>
      </p:sp>
      <p:sp>
        <p:nvSpPr>
          <p:cNvPr id="38" name="">
            <a:extLst xmlns:a="http://schemas.openxmlformats.org/drawingml/2006/main">
              <a:ext uri="{FF2B5EF4-FFF2-40B4-BE49-F238E27FC236}">
                <a16:creationId xmlns:a16="http://schemas.microsoft.com/office/drawing/2014/main" id="{F50C75BB-46F4-4DB4-ADAA-70FF9A6930EE}"/>
              </a:ext>
            </a:extLst>
          </p:cNvPr>
          <p:cNvSpPr>
            <a:spLocks xmlns:a="http://schemas.openxmlformats.org/drawingml/2006/main" noGrp="1"/>
          </p:cNvSpPr>
          <p:nvPr/>
        </p:nvSpPr>
        <p:spPr>
          <a:xfrm xmlns:a="http://schemas.openxmlformats.org/drawingml/2006/main">
            <a:off x="11153775" y="828675"/>
            <a:ext cx="953" cy="381000"/>
          </a:xfrm>
          <a:custGeom xmlns:a="http://schemas.openxmlformats.org/drawingml/2006/main">
            <a:pathLst>
              <a:path w="953" h="381000">
                <a:moveTo>
                  <a:pt x="0" y="0"/>
                </a:moveTo>
                <a:lnTo>
                  <a:pt x="953" y="381000"/>
                </a:lnTo>
              </a:path>
            </a:pathLst>
          </a:custGeom>
          <a:noFill xmlns:a="http://schemas.openxmlformats.org/drawingml/2006/main"/>
          <a:ln xmlns:a="http://schemas.openxmlformats.org/drawingml/2006/main" w="47625">
            <a:solidFill>
              <a:srgbClr val="F3F0E7"/>
            </a:solidFill>
            <a:prstDash val="solid"/>
          </a:ln>
        </p:spPr>
      </p:sp>
      <p:sp>
        <p:nvSpPr>
          <p:cNvPr id="39" name="">
            <a:extLst xmlns:a="http://schemas.openxmlformats.org/drawingml/2006/main">
              <a:ext uri="{FF2B5EF4-FFF2-40B4-BE49-F238E27FC236}">
                <a16:creationId xmlns:a16="http://schemas.microsoft.com/office/drawing/2014/main" id="{DCDD0409-2D79-4BF7-AAF0-FEDB1A6E195C}"/>
              </a:ext>
            </a:extLst>
          </p:cNvPr>
          <p:cNvSpPr>
            <a:spLocks xmlns:a="http://schemas.openxmlformats.org/drawingml/2006/main" noGrp="1"/>
          </p:cNvSpPr>
          <p:nvPr/>
        </p:nvSpPr>
        <p:spPr>
          <a:xfrm xmlns:a="http://schemas.openxmlformats.org/drawingml/2006/main">
            <a:off x="10734675" y="1209675"/>
            <a:ext cx="419100" cy="953"/>
          </a:xfrm>
          <a:custGeom xmlns:a="http://schemas.openxmlformats.org/drawingml/2006/main">
            <a:pathLst>
              <a:path w="419100" h="953">
                <a:moveTo>
                  <a:pt x="419100" y="0"/>
                </a:moveTo>
                <a:lnTo>
                  <a:pt x="0" y="953"/>
                </a:lnTo>
              </a:path>
            </a:pathLst>
          </a:custGeom>
          <a:noFill xmlns:a="http://schemas.openxmlformats.org/drawingml/2006/main"/>
          <a:ln xmlns:a="http://schemas.openxmlformats.org/drawingml/2006/main" w="47625">
            <a:solidFill>
              <a:srgbClr val="F3F0E7"/>
            </a:solidFill>
            <a:prstDash val="solid"/>
          </a:ln>
        </p:spPr>
      </p:sp>
      <p:sp>
        <p:nvSpPr>
          <p:cNvPr id="40" name="">
            <a:extLst xmlns:a="http://schemas.openxmlformats.org/drawingml/2006/main">
              <a:ext uri="{FF2B5EF4-FFF2-40B4-BE49-F238E27FC236}">
                <a16:creationId xmlns:a16="http://schemas.microsoft.com/office/drawing/2014/main" id="{E459EDA8-B8E4-476A-9CBC-5C3A8F4ABFB4}"/>
              </a:ext>
            </a:extLst>
          </p:cNvPr>
          <p:cNvSpPr>
            <a:spLocks xmlns:a="http://schemas.openxmlformats.org/drawingml/2006/main" noGrp="1"/>
          </p:cNvSpPr>
          <p:nvPr/>
        </p:nvSpPr>
        <p:spPr>
          <a:xfrm xmlns:a="http://schemas.openxmlformats.org/drawingml/2006/main">
            <a:off x="10734675" y="1104900"/>
            <a:ext cx="104775" cy="104775"/>
          </a:xfrm>
          <a:custGeom xmlns:a="http://schemas.openxmlformats.org/drawingml/2006/main">
            <a:pathLst>
              <a:path w="104775" h="104775">
                <a:moveTo>
                  <a:pt x="0" y="104775"/>
                </a:moveTo>
                <a:lnTo>
                  <a:pt x="104775" y="0"/>
                </a:lnTo>
              </a:path>
            </a:pathLst>
          </a:custGeom>
          <a:noFill xmlns:a="http://schemas.openxmlformats.org/drawingml/2006/main"/>
          <a:ln xmlns:a="http://schemas.openxmlformats.org/drawingml/2006/main" w="47625">
            <a:solidFill>
              <a:srgbClr val="F3F0E7"/>
            </a:solidFill>
            <a:prstDash val="solid"/>
          </a:ln>
        </p:spPr>
      </p:sp>
      <p:sp>
        <p:nvSpPr>
          <p:cNvPr id="41" name="">
            <a:extLst xmlns:a="http://schemas.openxmlformats.org/drawingml/2006/main">
              <a:ext uri="{FF2B5EF4-FFF2-40B4-BE49-F238E27FC236}">
                <a16:creationId xmlns:a16="http://schemas.microsoft.com/office/drawing/2014/main" id="{1EC6B1CA-14FD-4851-8398-2260F9211C2C}"/>
              </a:ext>
            </a:extLst>
          </p:cNvPr>
          <p:cNvSpPr>
            <a:spLocks xmlns:a="http://schemas.openxmlformats.org/drawingml/2006/main" noGrp="1"/>
          </p:cNvSpPr>
          <p:nvPr/>
        </p:nvSpPr>
        <p:spPr>
          <a:xfrm xmlns:a="http://schemas.openxmlformats.org/drawingml/2006/main">
            <a:off x="10734675" y="1209675"/>
            <a:ext cx="104775" cy="104775"/>
          </a:xfrm>
          <a:custGeom xmlns:a="http://schemas.openxmlformats.org/drawingml/2006/main">
            <a:pathLst>
              <a:path w="104775" h="104775">
                <a:moveTo>
                  <a:pt x="0" y="0"/>
                </a:moveTo>
                <a:lnTo>
                  <a:pt x="104775" y="104775"/>
                </a:lnTo>
              </a:path>
            </a:pathLst>
          </a:custGeom>
          <a:noFill xmlns:a="http://schemas.openxmlformats.org/drawingml/2006/main"/>
          <a:ln xmlns:a="http://schemas.openxmlformats.org/drawingml/2006/main" w="47625">
            <a:solidFill>
              <a:srgbClr val="F3F0E7"/>
            </a:solidFill>
            <a:prstDash val="solid"/>
          </a:ln>
        </p:spPr>
      </p:sp>
      <p:sp>
        <p:nvSpPr>
          <p:cNvPr id="42" name="Место. Визит. Возвращение.">
            <a:extLst xmlns:a="http://schemas.openxmlformats.org/drawingml/2006/main">
              <a:ext uri="{FF2B5EF4-FFF2-40B4-BE49-F238E27FC236}">
                <a16:creationId xmlns:a16="http://schemas.microsoft.com/office/drawing/2014/main" id="{D0463113-C803-4A23-9AD4-1950DBFDB24A}"/>
              </a:ext>
            </a:extLst>
          </p:cNvPr>
          <p:cNvSpPr>
            <a:spLocks xmlns:a="http://schemas.openxmlformats.org/drawingml/2006/main" noGrp="1"/>
          </p:cNvSpPr>
          <p:nvPr/>
        </p:nvSpPr>
        <p:spPr>
          <a:xfrm xmlns:a="http://schemas.openxmlformats.org/drawingml/2006/main">
            <a:off x="7067550" y="5314950"/>
            <a:ext cx="4572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153D3B"/>
                </a:solidFill>
                <a:latin typeface="Segoe UI"/>
                <a:ea typeface="Segoe UI"/>
                <a:cs typeface="Segoe UI"/>
              </a:defRPr>
            </a:defPPr>
            <a:lvl1pPr algn="l">
              <a:defRPr sz="2100" b="1" i="0">
                <a:solidFill>
                  <a:srgbClr val="153D3B"/>
                </a:solidFill>
                <a:latin typeface="Segoe UI"/>
                <a:ea typeface="Segoe UI"/>
                <a:cs typeface="Segoe UI"/>
              </a:defRPr>
            </a:lvl1pPr>
            <a:lvl2pPr algn="l">
              <a:defRPr sz="2100" b="1" i="0">
                <a:solidFill>
                  <a:srgbClr val="153D3B"/>
                </a:solidFill>
                <a:latin typeface="Segoe UI"/>
                <a:ea typeface="Segoe UI"/>
                <a:cs typeface="Segoe UI"/>
              </a:defRPr>
            </a:lvl2pPr>
            <a:lvl3pPr algn="l">
              <a:defRPr sz="2100" b="1" i="0">
                <a:solidFill>
                  <a:srgbClr val="153D3B"/>
                </a:solidFill>
                <a:latin typeface="Segoe UI"/>
                <a:ea typeface="Segoe UI"/>
                <a:cs typeface="Segoe UI"/>
              </a:defRPr>
            </a:lvl3pPr>
            <a:lvl4pPr algn="l">
              <a:defRPr sz="2100" b="1" i="0">
                <a:solidFill>
                  <a:srgbClr val="153D3B"/>
                </a:solidFill>
                <a:latin typeface="Segoe UI"/>
                <a:ea typeface="Segoe UI"/>
                <a:cs typeface="Segoe UI"/>
              </a:defRPr>
            </a:lvl4pPr>
            <a:lvl5pPr algn="l">
              <a:defRPr sz="2100" b="1" i="0">
                <a:solidFill>
                  <a:srgbClr val="153D3B"/>
                </a:solidFill>
                <a:latin typeface="Segoe UI"/>
                <a:ea typeface="Segoe UI"/>
                <a:cs typeface="Segoe UI"/>
              </a:defRPr>
            </a:lvl5pPr>
            <a:lvl6pPr algn="l">
              <a:defRPr sz="2100" b="1" i="0">
                <a:solidFill>
                  <a:srgbClr val="153D3B"/>
                </a:solidFill>
                <a:latin typeface="Segoe UI"/>
                <a:ea typeface="Segoe UI"/>
                <a:cs typeface="Segoe UI"/>
              </a:defRPr>
            </a:lvl6pPr>
            <a:lvl7pPr algn="l">
              <a:defRPr sz="2100" b="1" i="0">
                <a:solidFill>
                  <a:srgbClr val="153D3B"/>
                </a:solidFill>
                <a:latin typeface="Segoe UI"/>
                <a:ea typeface="Segoe UI"/>
                <a:cs typeface="Segoe UI"/>
              </a:defRPr>
            </a:lvl7pPr>
            <a:lvl8pPr algn="l">
              <a:defRPr sz="2100" b="1" i="0">
                <a:solidFill>
                  <a:srgbClr val="153D3B"/>
                </a:solidFill>
                <a:latin typeface="Segoe UI"/>
                <a:ea typeface="Segoe UI"/>
                <a:cs typeface="Segoe UI"/>
              </a:defRPr>
            </a:lvl8pPr>
            <a:lvl9pPr algn="l">
              <a:defRPr sz="2100" b="1" i="0">
                <a:solidFill>
                  <a:srgbClr val="153D3B"/>
                </a:solidFill>
                <a:latin typeface="Segoe UI"/>
                <a:ea typeface="Segoe UI"/>
                <a:cs typeface="Segoe UI"/>
              </a:defRPr>
            </a:lvl9pPr>
          </a:lstStyle>
          <a:p xmlns:a="http://schemas.openxmlformats.org/drawingml/2006/main">
            <a:pPr algn="l">
              <a:lnSpc>
                <a:spcPct val="105000"/>
              </a:lnSpc>
              <a:buNone/>
              <a:defRPr sz="2100" b="1" i="0">
                <a:solidFill>
                  <a:srgbClr val="153D3B"/>
                </a:solidFill>
                <a:latin typeface="Segoe UI"/>
                <a:ea typeface="Segoe UI"/>
                <a:cs typeface="Segoe UI"/>
              </a:defRPr>
            </a:pPr>
            <a:r>
              <a:rPr sz="2100" b="1" i="0">
                <a:solidFill>
                  <a:srgbClr val="153D3B"/>
                </a:solidFill>
                <a:latin typeface="Segoe UI"/>
                <a:ea typeface="Segoe UI"/>
                <a:cs typeface="Segoe UI"/>
              </a:rPr>
              <a:t>Место. Визит. Возвращение.</a:t>
            </a:r>
          </a:p>
        </p:txBody>
      </p:sp>
      <p:sp>
        <p:nvSpPr>
          <p:cNvPr id="43" name="Схематическая иллюстрация">
            <a:extLst xmlns:a="http://schemas.openxmlformats.org/drawingml/2006/main">
              <a:ext uri="{FF2B5EF4-FFF2-40B4-BE49-F238E27FC236}">
                <a16:creationId xmlns:a16="http://schemas.microsoft.com/office/drawing/2014/main" id="{D44E8910-E75C-4EFF-A51B-A47F6011D378}"/>
              </a:ext>
            </a:extLst>
          </p:cNvPr>
          <p:cNvSpPr>
            <a:spLocks xmlns:a="http://schemas.openxmlformats.org/drawingml/2006/main" noGrp="1"/>
          </p:cNvSpPr>
          <p:nvPr/>
        </p:nvSpPr>
        <p:spPr>
          <a:xfrm xmlns:a="http://schemas.openxmlformats.org/drawingml/2006/main">
            <a:off x="7067550" y="5810250"/>
            <a:ext cx="457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52716B"/>
                </a:solidFill>
                <a:latin typeface="Segoe UI"/>
                <a:ea typeface="Segoe UI"/>
                <a:cs typeface="Segoe UI"/>
              </a:defRPr>
            </a:defPPr>
            <a:lvl1pPr algn="l">
              <a:defRPr sz="1200" b="0" i="0">
                <a:solidFill>
                  <a:srgbClr val="52716B"/>
                </a:solidFill>
                <a:latin typeface="Segoe UI"/>
                <a:ea typeface="Segoe UI"/>
                <a:cs typeface="Segoe UI"/>
              </a:defRPr>
            </a:lvl1pPr>
            <a:lvl2pPr algn="l">
              <a:defRPr sz="1200" b="0" i="0">
                <a:solidFill>
                  <a:srgbClr val="52716B"/>
                </a:solidFill>
                <a:latin typeface="Segoe UI"/>
                <a:ea typeface="Segoe UI"/>
                <a:cs typeface="Segoe UI"/>
              </a:defRPr>
            </a:lvl2pPr>
            <a:lvl3pPr algn="l">
              <a:defRPr sz="1200" b="0" i="0">
                <a:solidFill>
                  <a:srgbClr val="52716B"/>
                </a:solidFill>
                <a:latin typeface="Segoe UI"/>
                <a:ea typeface="Segoe UI"/>
                <a:cs typeface="Segoe UI"/>
              </a:defRPr>
            </a:lvl3pPr>
            <a:lvl4pPr algn="l">
              <a:defRPr sz="1200" b="0" i="0">
                <a:solidFill>
                  <a:srgbClr val="52716B"/>
                </a:solidFill>
                <a:latin typeface="Segoe UI"/>
                <a:ea typeface="Segoe UI"/>
                <a:cs typeface="Segoe UI"/>
              </a:defRPr>
            </a:lvl4pPr>
            <a:lvl5pPr algn="l">
              <a:defRPr sz="1200" b="0" i="0">
                <a:solidFill>
                  <a:srgbClr val="52716B"/>
                </a:solidFill>
                <a:latin typeface="Segoe UI"/>
                <a:ea typeface="Segoe UI"/>
                <a:cs typeface="Segoe UI"/>
              </a:defRPr>
            </a:lvl5pPr>
            <a:lvl6pPr algn="l">
              <a:defRPr sz="1200" b="0" i="0">
                <a:solidFill>
                  <a:srgbClr val="52716B"/>
                </a:solidFill>
                <a:latin typeface="Segoe UI"/>
                <a:ea typeface="Segoe UI"/>
                <a:cs typeface="Segoe UI"/>
              </a:defRPr>
            </a:lvl6pPr>
            <a:lvl7pPr algn="l">
              <a:defRPr sz="1200" b="0" i="0">
                <a:solidFill>
                  <a:srgbClr val="52716B"/>
                </a:solidFill>
                <a:latin typeface="Segoe UI"/>
                <a:ea typeface="Segoe UI"/>
                <a:cs typeface="Segoe UI"/>
              </a:defRPr>
            </a:lvl7pPr>
            <a:lvl8pPr algn="l">
              <a:defRPr sz="1200" b="0" i="0">
                <a:solidFill>
                  <a:srgbClr val="52716B"/>
                </a:solidFill>
                <a:latin typeface="Segoe UI"/>
                <a:ea typeface="Segoe UI"/>
                <a:cs typeface="Segoe UI"/>
              </a:defRPr>
            </a:lvl8pPr>
            <a:lvl9pPr algn="l">
              <a:defRPr sz="1200" b="0" i="0">
                <a:solidFill>
                  <a:srgbClr val="52716B"/>
                </a:solidFill>
                <a:latin typeface="Segoe UI"/>
                <a:ea typeface="Segoe UI"/>
                <a:cs typeface="Segoe UI"/>
              </a:defRPr>
            </a:lvl9pPr>
          </a:lstStyle>
          <a:p xmlns:a="http://schemas.openxmlformats.org/drawingml/2006/main">
            <a:pPr algn="l">
              <a:lnSpc>
                <a:spcPct val="105000"/>
              </a:lnSpc>
              <a:buNone/>
              <a:defRPr sz="1200" b="0" i="0">
                <a:solidFill>
                  <a:srgbClr val="52716B"/>
                </a:solidFill>
                <a:latin typeface="Segoe UI"/>
                <a:ea typeface="Segoe UI"/>
                <a:cs typeface="Segoe UI"/>
              </a:defRPr>
            </a:pPr>
            <a:r>
              <a:rPr sz="1200" b="0" i="0">
                <a:solidFill>
                  <a:srgbClr val="52716B"/>
                </a:solidFill>
                <a:latin typeface="Segoe UI"/>
                <a:ea typeface="Segoe UI"/>
                <a:cs typeface="Segoe UI"/>
              </a:rPr>
              <a:t>Схематическая иллюстрация</a:t>
            </a:r>
          </a:p>
        </p:txBody>
      </p:sp>
    </p:spTree>
    <p:extLst>
      <p:ext uri="{BB962C8B-B14F-4D97-AF65-F5344CB8AC3E}">
        <p14:creationId xmlns:p14="http://schemas.microsoft.com/office/powerpoint/2010/main" val="662534419"/>
      </p:ext>
    </p:extLst>
  </p:cSld>
</p:sld>
</file>

<file path=ppt/slides/slide2.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7" name="Прогулка между делами">
            <a:extLst xmlns:a="http://schemas.openxmlformats.org/drawingml/2006/main">
              <a:ext uri="{FF2B5EF4-FFF2-40B4-BE49-F238E27FC236}">
                <a16:creationId xmlns:a16="http://schemas.microsoft.com/office/drawing/2014/main" id="{944A9E18-68ED-429D-9745-34A6CB37103E}"/>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Прогулка между делами</a:t>
            </a:r>
          </a:p>
        </p:txBody>
      </p:sp>
      <p:sp>
        <p:nvSpPr>
          <p:cNvPr id="2" name="Человек выбирает место и одновремен">
            <a:extLst xmlns:a="http://schemas.openxmlformats.org/drawingml/2006/main">
              <a:ext uri="{FF2B5EF4-FFF2-40B4-BE49-F238E27FC236}">
                <a16:creationId xmlns:a16="http://schemas.microsoft.com/office/drawing/2014/main" id="{CE761798-17C4-426F-BCC8-CB06E7E47D27}"/>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Человек выбирает место и одновременно считает, успеет ли вернуться</a:t>
            </a:r>
          </a:p>
        </p:txBody>
      </p:sp>
      <p:sp>
        <p:nvSpPr>
          <p:cNvPr id="3" name="">
            <a:extLst xmlns:a="http://schemas.openxmlformats.org/drawingml/2006/main">
              <a:ext uri="{FF2B5EF4-FFF2-40B4-BE49-F238E27FC236}">
                <a16:creationId xmlns:a16="http://schemas.microsoft.com/office/drawing/2014/main" id="{BC91B28F-2D65-4C50-8252-80E95EFE9A8D}"/>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1EA1984C-249A-472E-BA2F-643E02159F86}"/>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2">
            <a:extLst xmlns:a="http://schemas.openxmlformats.org/drawingml/2006/main">
              <a:ext uri="{FF2B5EF4-FFF2-40B4-BE49-F238E27FC236}">
                <a16:creationId xmlns:a16="http://schemas.microsoft.com/office/drawing/2014/main" id="{0E72CFA6-27A2-40C3-9C16-1220B3A2370D}"/>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02</a:t>
            </a:r>
          </a:p>
        </p:txBody>
      </p:sp>
      <p:sp>
        <p:nvSpPr>
          <p:cNvPr id="6" name="45">
            <a:extLst xmlns:a="http://schemas.openxmlformats.org/drawingml/2006/main">
              <a:ext uri="{FF2B5EF4-FFF2-40B4-BE49-F238E27FC236}">
                <a16:creationId xmlns:a16="http://schemas.microsoft.com/office/drawing/2014/main" id="{372D2EA6-0909-4AF0-A2F4-2410456206DC}"/>
              </a:ext>
            </a:extLst>
          </p:cNvPr>
          <p:cNvSpPr>
            <a:spLocks xmlns:a="http://schemas.openxmlformats.org/drawingml/2006/main" noGrp="1"/>
          </p:cNvSpPr>
          <p:nvPr/>
        </p:nvSpPr>
        <p:spPr>
          <a:xfrm xmlns:a="http://schemas.openxmlformats.org/drawingml/2006/main">
            <a:off x="542925" y="2352675"/>
            <a:ext cx="371475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850" b="1" i="0">
                <a:solidFill>
                  <a:srgbClr val="1D8B82"/>
                </a:solidFill>
                <a:latin typeface="Segoe UI"/>
                <a:ea typeface="Segoe UI"/>
                <a:cs typeface="Segoe UI"/>
              </a:defRPr>
            </a:defPPr>
            <a:lvl1pPr algn="l">
              <a:defRPr sz="11850" b="1" i="0">
                <a:solidFill>
                  <a:srgbClr val="1D8B82"/>
                </a:solidFill>
                <a:latin typeface="Segoe UI"/>
                <a:ea typeface="Segoe UI"/>
                <a:cs typeface="Segoe UI"/>
              </a:defRPr>
            </a:lvl1pPr>
            <a:lvl2pPr algn="l">
              <a:defRPr sz="11850" b="1" i="0">
                <a:solidFill>
                  <a:srgbClr val="1D8B82"/>
                </a:solidFill>
                <a:latin typeface="Segoe UI"/>
                <a:ea typeface="Segoe UI"/>
                <a:cs typeface="Segoe UI"/>
              </a:defRPr>
            </a:lvl2pPr>
            <a:lvl3pPr algn="l">
              <a:defRPr sz="11850" b="1" i="0">
                <a:solidFill>
                  <a:srgbClr val="1D8B82"/>
                </a:solidFill>
                <a:latin typeface="Segoe UI"/>
                <a:ea typeface="Segoe UI"/>
                <a:cs typeface="Segoe UI"/>
              </a:defRPr>
            </a:lvl3pPr>
            <a:lvl4pPr algn="l">
              <a:defRPr sz="11850" b="1" i="0">
                <a:solidFill>
                  <a:srgbClr val="1D8B82"/>
                </a:solidFill>
                <a:latin typeface="Segoe UI"/>
                <a:ea typeface="Segoe UI"/>
                <a:cs typeface="Segoe UI"/>
              </a:defRPr>
            </a:lvl4pPr>
            <a:lvl5pPr algn="l">
              <a:defRPr sz="11850" b="1" i="0">
                <a:solidFill>
                  <a:srgbClr val="1D8B82"/>
                </a:solidFill>
                <a:latin typeface="Segoe UI"/>
                <a:ea typeface="Segoe UI"/>
                <a:cs typeface="Segoe UI"/>
              </a:defRPr>
            </a:lvl5pPr>
            <a:lvl6pPr algn="l">
              <a:defRPr sz="11850" b="1" i="0">
                <a:solidFill>
                  <a:srgbClr val="1D8B82"/>
                </a:solidFill>
                <a:latin typeface="Segoe UI"/>
                <a:ea typeface="Segoe UI"/>
                <a:cs typeface="Segoe UI"/>
              </a:defRPr>
            </a:lvl6pPr>
            <a:lvl7pPr algn="l">
              <a:defRPr sz="11850" b="1" i="0">
                <a:solidFill>
                  <a:srgbClr val="1D8B82"/>
                </a:solidFill>
                <a:latin typeface="Segoe UI"/>
                <a:ea typeface="Segoe UI"/>
                <a:cs typeface="Segoe UI"/>
              </a:defRPr>
            </a:lvl7pPr>
            <a:lvl8pPr algn="l">
              <a:defRPr sz="11850" b="1" i="0">
                <a:solidFill>
                  <a:srgbClr val="1D8B82"/>
                </a:solidFill>
                <a:latin typeface="Segoe UI"/>
                <a:ea typeface="Segoe UI"/>
                <a:cs typeface="Segoe UI"/>
              </a:defRPr>
            </a:lvl8pPr>
            <a:lvl9pPr algn="l">
              <a:defRPr sz="11850" b="1" i="0">
                <a:solidFill>
                  <a:srgbClr val="1D8B82"/>
                </a:solidFill>
                <a:latin typeface="Segoe UI"/>
                <a:ea typeface="Segoe UI"/>
                <a:cs typeface="Segoe UI"/>
              </a:defRPr>
            </a:lvl9pPr>
          </a:lstStyle>
          <a:p xmlns:a="http://schemas.openxmlformats.org/drawingml/2006/main">
            <a:pPr algn="l">
              <a:lnSpc>
                <a:spcPct val="105000"/>
              </a:lnSpc>
              <a:buNone/>
              <a:defRPr sz="11850" b="1" i="0">
                <a:solidFill>
                  <a:srgbClr val="1D8B82"/>
                </a:solidFill>
                <a:latin typeface="Segoe UI"/>
                <a:ea typeface="Segoe UI"/>
                <a:cs typeface="Segoe UI"/>
              </a:defRPr>
            </a:pPr>
            <a:r>
              <a:rPr sz="11850" b="1" i="0">
                <a:solidFill>
                  <a:srgbClr val="1D8B82"/>
                </a:solidFill>
                <a:latin typeface="Segoe UI"/>
                <a:ea typeface="Segoe UI"/>
                <a:cs typeface="Segoe UI"/>
              </a:rPr>
              <a:t>45</a:t>
            </a:r>
          </a:p>
        </p:txBody>
      </p:sp>
      <p:sp>
        <p:nvSpPr>
          <p:cNvPr id="7" name="минут до следующего дела">
            <a:extLst xmlns:a="http://schemas.openxmlformats.org/drawingml/2006/main">
              <a:ext uri="{FF2B5EF4-FFF2-40B4-BE49-F238E27FC236}">
                <a16:creationId xmlns:a16="http://schemas.microsoft.com/office/drawing/2014/main" id="{68A6AE9C-1A06-4AB0-B28F-1F94AB69097C}"/>
              </a:ext>
            </a:extLst>
          </p:cNvPr>
          <p:cNvSpPr>
            <a:spLocks xmlns:a="http://schemas.openxmlformats.org/drawingml/2006/main" noGrp="1"/>
          </p:cNvSpPr>
          <p:nvPr/>
        </p:nvSpPr>
        <p:spPr>
          <a:xfrm xmlns:a="http://schemas.openxmlformats.org/drawingml/2006/main">
            <a:off x="609600" y="4314825"/>
            <a:ext cx="3667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i="0">
                <a:solidFill>
                  <a:srgbClr val="153D3B"/>
                </a:solidFill>
                <a:latin typeface="Segoe UI"/>
                <a:ea typeface="Segoe UI"/>
                <a:cs typeface="Segoe UI"/>
              </a:defRPr>
            </a:defPPr>
            <a:lvl1pPr algn="l">
              <a:defRPr sz="2175" b="1" i="0">
                <a:solidFill>
                  <a:srgbClr val="153D3B"/>
                </a:solidFill>
                <a:latin typeface="Segoe UI"/>
                <a:ea typeface="Segoe UI"/>
                <a:cs typeface="Segoe UI"/>
              </a:defRPr>
            </a:lvl1pPr>
            <a:lvl2pPr algn="l">
              <a:defRPr sz="2175" b="1" i="0">
                <a:solidFill>
                  <a:srgbClr val="153D3B"/>
                </a:solidFill>
                <a:latin typeface="Segoe UI"/>
                <a:ea typeface="Segoe UI"/>
                <a:cs typeface="Segoe UI"/>
              </a:defRPr>
            </a:lvl2pPr>
            <a:lvl3pPr algn="l">
              <a:defRPr sz="2175" b="1" i="0">
                <a:solidFill>
                  <a:srgbClr val="153D3B"/>
                </a:solidFill>
                <a:latin typeface="Segoe UI"/>
                <a:ea typeface="Segoe UI"/>
                <a:cs typeface="Segoe UI"/>
              </a:defRPr>
            </a:lvl3pPr>
            <a:lvl4pPr algn="l">
              <a:defRPr sz="2175" b="1" i="0">
                <a:solidFill>
                  <a:srgbClr val="153D3B"/>
                </a:solidFill>
                <a:latin typeface="Segoe UI"/>
                <a:ea typeface="Segoe UI"/>
                <a:cs typeface="Segoe UI"/>
              </a:defRPr>
            </a:lvl4pPr>
            <a:lvl5pPr algn="l">
              <a:defRPr sz="2175" b="1" i="0">
                <a:solidFill>
                  <a:srgbClr val="153D3B"/>
                </a:solidFill>
                <a:latin typeface="Segoe UI"/>
                <a:ea typeface="Segoe UI"/>
                <a:cs typeface="Segoe UI"/>
              </a:defRPr>
            </a:lvl5pPr>
            <a:lvl6pPr algn="l">
              <a:defRPr sz="2175" b="1" i="0">
                <a:solidFill>
                  <a:srgbClr val="153D3B"/>
                </a:solidFill>
                <a:latin typeface="Segoe UI"/>
                <a:ea typeface="Segoe UI"/>
                <a:cs typeface="Segoe UI"/>
              </a:defRPr>
            </a:lvl6pPr>
            <a:lvl7pPr algn="l">
              <a:defRPr sz="2175" b="1" i="0">
                <a:solidFill>
                  <a:srgbClr val="153D3B"/>
                </a:solidFill>
                <a:latin typeface="Segoe UI"/>
                <a:ea typeface="Segoe UI"/>
                <a:cs typeface="Segoe UI"/>
              </a:defRPr>
            </a:lvl7pPr>
            <a:lvl8pPr algn="l">
              <a:defRPr sz="2175" b="1" i="0">
                <a:solidFill>
                  <a:srgbClr val="153D3B"/>
                </a:solidFill>
                <a:latin typeface="Segoe UI"/>
                <a:ea typeface="Segoe UI"/>
                <a:cs typeface="Segoe UI"/>
              </a:defRPr>
            </a:lvl8pPr>
            <a:lvl9pPr algn="l">
              <a:defRPr sz="2175" b="1" i="0">
                <a:solidFill>
                  <a:srgbClr val="153D3B"/>
                </a:solidFill>
                <a:latin typeface="Segoe UI"/>
                <a:ea typeface="Segoe UI"/>
                <a:cs typeface="Segoe UI"/>
              </a:defRPr>
            </a:lvl9pPr>
          </a:lstStyle>
          <a:p xmlns:a="http://schemas.openxmlformats.org/drawingml/2006/main">
            <a:pPr algn="l">
              <a:lnSpc>
                <a:spcPct val="105000"/>
              </a:lnSpc>
              <a:buNone/>
              <a:defRPr sz="2175" b="1" i="0">
                <a:solidFill>
                  <a:srgbClr val="153D3B"/>
                </a:solidFill>
                <a:latin typeface="Segoe UI"/>
                <a:ea typeface="Segoe UI"/>
                <a:cs typeface="Segoe UI"/>
              </a:defRPr>
            </a:pPr>
            <a:r>
              <a:rPr sz="2175" b="1" i="0">
                <a:solidFill>
                  <a:srgbClr val="153D3B"/>
                </a:solidFill>
                <a:latin typeface="Segoe UI"/>
                <a:ea typeface="Segoe UI"/>
                <a:cs typeface="Segoe UI"/>
              </a:rPr>
              <a:t>минут до следующего дела</a:t>
            </a:r>
          </a:p>
        </p:txBody>
      </p:sp>
      <p:sp>
        <p:nvSpPr>
          <p:cNvPr id="8" name="Где я">
            <a:extLst xmlns:a="http://schemas.openxmlformats.org/drawingml/2006/main">
              <a:ext uri="{FF2B5EF4-FFF2-40B4-BE49-F238E27FC236}">
                <a16:creationId xmlns:a16="http://schemas.microsoft.com/office/drawing/2014/main" id="{4C7DE6A9-DAF1-41E0-9244-6D77BD35151B}"/>
              </a:ext>
            </a:extLst>
          </p:cNvPr>
          <p:cNvSpPr>
            <a:spLocks xmlns:a="http://schemas.openxmlformats.org/drawingml/2006/main" noGrp="1"/>
          </p:cNvSpPr>
          <p:nvPr/>
        </p:nvSpPr>
        <p:spPr>
          <a:xfrm xmlns:a="http://schemas.openxmlformats.org/drawingml/2006/main">
            <a:off x="5095875" y="23907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Где я</a:t>
            </a:r>
          </a:p>
        </p:txBody>
      </p:sp>
      <p:sp>
        <p:nvSpPr>
          <p:cNvPr id="9" name="У Mega Silk Way">
            <a:extLst xmlns:a="http://schemas.openxmlformats.org/drawingml/2006/main">
              <a:ext uri="{FF2B5EF4-FFF2-40B4-BE49-F238E27FC236}">
                <a16:creationId xmlns:a16="http://schemas.microsoft.com/office/drawing/2014/main" id="{30A16188-01C1-4956-AEA9-5342EE56849C}"/>
              </a:ext>
            </a:extLst>
          </p:cNvPr>
          <p:cNvSpPr>
            <a:spLocks xmlns:a="http://schemas.openxmlformats.org/drawingml/2006/main" noGrp="1"/>
          </p:cNvSpPr>
          <p:nvPr/>
        </p:nvSpPr>
        <p:spPr>
          <a:xfrm xmlns:a="http://schemas.openxmlformats.org/drawingml/2006/main">
            <a:off x="5095875" y="2724150"/>
            <a:ext cx="623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i="0">
                <a:solidFill>
                  <a:srgbClr val="153D3B"/>
                </a:solidFill>
                <a:latin typeface="Segoe UI"/>
                <a:ea typeface="Segoe UI"/>
                <a:cs typeface="Segoe UI"/>
              </a:defRPr>
            </a:defPPr>
            <a:lvl1pPr algn="l">
              <a:defRPr sz="2325" b="1" i="0">
                <a:solidFill>
                  <a:srgbClr val="153D3B"/>
                </a:solidFill>
                <a:latin typeface="Segoe UI"/>
                <a:ea typeface="Segoe UI"/>
                <a:cs typeface="Segoe UI"/>
              </a:defRPr>
            </a:lvl1pPr>
            <a:lvl2pPr algn="l">
              <a:defRPr sz="2325" b="1" i="0">
                <a:solidFill>
                  <a:srgbClr val="153D3B"/>
                </a:solidFill>
                <a:latin typeface="Segoe UI"/>
                <a:ea typeface="Segoe UI"/>
                <a:cs typeface="Segoe UI"/>
              </a:defRPr>
            </a:lvl2pPr>
            <a:lvl3pPr algn="l">
              <a:defRPr sz="2325" b="1" i="0">
                <a:solidFill>
                  <a:srgbClr val="153D3B"/>
                </a:solidFill>
                <a:latin typeface="Segoe UI"/>
                <a:ea typeface="Segoe UI"/>
                <a:cs typeface="Segoe UI"/>
              </a:defRPr>
            </a:lvl3pPr>
            <a:lvl4pPr algn="l">
              <a:defRPr sz="2325" b="1" i="0">
                <a:solidFill>
                  <a:srgbClr val="153D3B"/>
                </a:solidFill>
                <a:latin typeface="Segoe UI"/>
                <a:ea typeface="Segoe UI"/>
                <a:cs typeface="Segoe UI"/>
              </a:defRPr>
            </a:lvl4pPr>
            <a:lvl5pPr algn="l">
              <a:defRPr sz="2325" b="1" i="0">
                <a:solidFill>
                  <a:srgbClr val="153D3B"/>
                </a:solidFill>
                <a:latin typeface="Segoe UI"/>
                <a:ea typeface="Segoe UI"/>
                <a:cs typeface="Segoe UI"/>
              </a:defRPr>
            </a:lvl5pPr>
            <a:lvl6pPr algn="l">
              <a:defRPr sz="2325" b="1" i="0">
                <a:solidFill>
                  <a:srgbClr val="153D3B"/>
                </a:solidFill>
                <a:latin typeface="Segoe UI"/>
                <a:ea typeface="Segoe UI"/>
                <a:cs typeface="Segoe UI"/>
              </a:defRPr>
            </a:lvl6pPr>
            <a:lvl7pPr algn="l">
              <a:defRPr sz="2325" b="1" i="0">
                <a:solidFill>
                  <a:srgbClr val="153D3B"/>
                </a:solidFill>
                <a:latin typeface="Segoe UI"/>
                <a:ea typeface="Segoe UI"/>
                <a:cs typeface="Segoe UI"/>
              </a:defRPr>
            </a:lvl7pPr>
            <a:lvl8pPr algn="l">
              <a:defRPr sz="2325" b="1" i="0">
                <a:solidFill>
                  <a:srgbClr val="153D3B"/>
                </a:solidFill>
                <a:latin typeface="Segoe UI"/>
                <a:ea typeface="Segoe UI"/>
                <a:cs typeface="Segoe UI"/>
              </a:defRPr>
            </a:lvl8pPr>
            <a:lvl9pPr algn="l">
              <a:defRPr sz="2325" b="1" i="0">
                <a:solidFill>
                  <a:srgbClr val="153D3B"/>
                </a:solidFill>
                <a:latin typeface="Segoe UI"/>
                <a:ea typeface="Segoe UI"/>
                <a:cs typeface="Segoe UI"/>
              </a:defRPr>
            </a:lvl9pPr>
          </a:lstStyle>
          <a:p xmlns:a="http://schemas.openxmlformats.org/drawingml/2006/main">
            <a:pPr algn="l">
              <a:lnSpc>
                <a:spcPct val="105000"/>
              </a:lnSpc>
              <a:buNone/>
              <a:defRPr sz="2325" b="1" i="0">
                <a:solidFill>
                  <a:srgbClr val="153D3B"/>
                </a:solidFill>
                <a:latin typeface="Segoe UI"/>
                <a:ea typeface="Segoe UI"/>
                <a:cs typeface="Segoe UI"/>
              </a:defRPr>
            </a:pPr>
            <a:r>
              <a:rPr sz="2325" b="1" i="0">
                <a:solidFill>
                  <a:srgbClr val="153D3B"/>
                </a:solidFill>
                <a:latin typeface="Segoe UI"/>
                <a:ea typeface="Segoe UI"/>
                <a:cs typeface="Segoe UI"/>
              </a:rPr>
              <a:t>У Mega Silk Way</a:t>
            </a:r>
          </a:p>
        </p:txBody>
      </p:sp>
      <p:sp>
        <p:nvSpPr>
          <p:cNvPr id="10" name="">
            <a:extLst xmlns:a="http://schemas.openxmlformats.org/drawingml/2006/main">
              <a:ext uri="{FF2B5EF4-FFF2-40B4-BE49-F238E27FC236}">
                <a16:creationId xmlns:a16="http://schemas.microsoft.com/office/drawing/2014/main" id="{A5B6B945-DC7A-428C-98D3-F16432D4CE03}"/>
              </a:ext>
            </a:extLst>
          </p:cNvPr>
          <p:cNvSpPr>
            <a:spLocks xmlns:a="http://schemas.openxmlformats.org/drawingml/2006/main" noGrp="1"/>
          </p:cNvSpPr>
          <p:nvPr/>
        </p:nvSpPr>
        <p:spPr>
          <a:xfrm xmlns:a="http://schemas.openxmlformats.org/drawingml/2006/main">
            <a:off x="5095875" y="3276600"/>
            <a:ext cx="6191250" cy="953"/>
          </a:xfrm>
          <a:custGeom xmlns:a="http://schemas.openxmlformats.org/drawingml/2006/main">
            <a:pathLst>
              <a:path w="6191250" h="953">
                <a:moveTo>
                  <a:pt x="0" y="0"/>
                </a:moveTo>
                <a:lnTo>
                  <a:pt x="6191250" y="953"/>
                </a:lnTo>
              </a:path>
            </a:pathLst>
          </a:custGeom>
          <a:noFill xmlns:a="http://schemas.openxmlformats.org/drawingml/2006/main"/>
          <a:ln xmlns:a="http://schemas.openxmlformats.org/drawingml/2006/main" w="19050">
            <a:solidFill>
              <a:srgbClr val="CFD8CF"/>
            </a:solidFill>
            <a:prstDash val="solid"/>
          </a:ln>
        </p:spPr>
      </p:sp>
      <p:sp>
        <p:nvSpPr>
          <p:cNvPr id="11" name="Чего хочу">
            <a:extLst xmlns:a="http://schemas.openxmlformats.org/drawingml/2006/main">
              <a:ext uri="{FF2B5EF4-FFF2-40B4-BE49-F238E27FC236}">
                <a16:creationId xmlns:a16="http://schemas.microsoft.com/office/drawing/2014/main" id="{CDEB0B01-AEE5-43A9-B045-5EF239B597DE}"/>
              </a:ext>
            </a:extLst>
          </p:cNvPr>
          <p:cNvSpPr>
            <a:spLocks xmlns:a="http://schemas.openxmlformats.org/drawingml/2006/main" noGrp="1"/>
          </p:cNvSpPr>
          <p:nvPr/>
        </p:nvSpPr>
        <p:spPr>
          <a:xfrm xmlns:a="http://schemas.openxmlformats.org/drawingml/2006/main">
            <a:off x="5095875" y="34575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Чего хочу</a:t>
            </a:r>
          </a:p>
        </p:txBody>
      </p:sp>
      <p:sp>
        <p:nvSpPr>
          <p:cNvPr id="12" name="Прогуляться рядом">
            <a:extLst xmlns:a="http://schemas.openxmlformats.org/drawingml/2006/main">
              <a:ext uri="{FF2B5EF4-FFF2-40B4-BE49-F238E27FC236}">
                <a16:creationId xmlns:a16="http://schemas.microsoft.com/office/drawing/2014/main" id="{437A7D4B-4DB9-4DA8-A59F-9209CAF2E763}"/>
              </a:ext>
            </a:extLst>
          </p:cNvPr>
          <p:cNvSpPr>
            <a:spLocks xmlns:a="http://schemas.openxmlformats.org/drawingml/2006/main" noGrp="1"/>
          </p:cNvSpPr>
          <p:nvPr/>
        </p:nvSpPr>
        <p:spPr>
          <a:xfrm xmlns:a="http://schemas.openxmlformats.org/drawingml/2006/main">
            <a:off x="5095875" y="3790950"/>
            <a:ext cx="623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i="0">
                <a:solidFill>
                  <a:srgbClr val="153D3B"/>
                </a:solidFill>
                <a:latin typeface="Segoe UI"/>
                <a:ea typeface="Segoe UI"/>
                <a:cs typeface="Segoe UI"/>
              </a:defRPr>
            </a:defPPr>
            <a:lvl1pPr algn="l">
              <a:defRPr sz="2325" b="1" i="0">
                <a:solidFill>
                  <a:srgbClr val="153D3B"/>
                </a:solidFill>
                <a:latin typeface="Segoe UI"/>
                <a:ea typeface="Segoe UI"/>
                <a:cs typeface="Segoe UI"/>
              </a:defRPr>
            </a:lvl1pPr>
            <a:lvl2pPr algn="l">
              <a:defRPr sz="2325" b="1" i="0">
                <a:solidFill>
                  <a:srgbClr val="153D3B"/>
                </a:solidFill>
                <a:latin typeface="Segoe UI"/>
                <a:ea typeface="Segoe UI"/>
                <a:cs typeface="Segoe UI"/>
              </a:defRPr>
            </a:lvl2pPr>
            <a:lvl3pPr algn="l">
              <a:defRPr sz="2325" b="1" i="0">
                <a:solidFill>
                  <a:srgbClr val="153D3B"/>
                </a:solidFill>
                <a:latin typeface="Segoe UI"/>
                <a:ea typeface="Segoe UI"/>
                <a:cs typeface="Segoe UI"/>
              </a:defRPr>
            </a:lvl3pPr>
            <a:lvl4pPr algn="l">
              <a:defRPr sz="2325" b="1" i="0">
                <a:solidFill>
                  <a:srgbClr val="153D3B"/>
                </a:solidFill>
                <a:latin typeface="Segoe UI"/>
                <a:ea typeface="Segoe UI"/>
                <a:cs typeface="Segoe UI"/>
              </a:defRPr>
            </a:lvl4pPr>
            <a:lvl5pPr algn="l">
              <a:defRPr sz="2325" b="1" i="0">
                <a:solidFill>
                  <a:srgbClr val="153D3B"/>
                </a:solidFill>
                <a:latin typeface="Segoe UI"/>
                <a:ea typeface="Segoe UI"/>
                <a:cs typeface="Segoe UI"/>
              </a:defRPr>
            </a:lvl5pPr>
            <a:lvl6pPr algn="l">
              <a:defRPr sz="2325" b="1" i="0">
                <a:solidFill>
                  <a:srgbClr val="153D3B"/>
                </a:solidFill>
                <a:latin typeface="Segoe UI"/>
                <a:ea typeface="Segoe UI"/>
                <a:cs typeface="Segoe UI"/>
              </a:defRPr>
            </a:lvl6pPr>
            <a:lvl7pPr algn="l">
              <a:defRPr sz="2325" b="1" i="0">
                <a:solidFill>
                  <a:srgbClr val="153D3B"/>
                </a:solidFill>
                <a:latin typeface="Segoe UI"/>
                <a:ea typeface="Segoe UI"/>
                <a:cs typeface="Segoe UI"/>
              </a:defRPr>
            </a:lvl7pPr>
            <a:lvl8pPr algn="l">
              <a:defRPr sz="2325" b="1" i="0">
                <a:solidFill>
                  <a:srgbClr val="153D3B"/>
                </a:solidFill>
                <a:latin typeface="Segoe UI"/>
                <a:ea typeface="Segoe UI"/>
                <a:cs typeface="Segoe UI"/>
              </a:defRPr>
            </a:lvl8pPr>
            <a:lvl9pPr algn="l">
              <a:defRPr sz="2325" b="1" i="0">
                <a:solidFill>
                  <a:srgbClr val="153D3B"/>
                </a:solidFill>
                <a:latin typeface="Segoe UI"/>
                <a:ea typeface="Segoe UI"/>
                <a:cs typeface="Segoe UI"/>
              </a:defRPr>
            </a:lvl9pPr>
          </a:lstStyle>
          <a:p xmlns:a="http://schemas.openxmlformats.org/drawingml/2006/main">
            <a:pPr algn="l">
              <a:lnSpc>
                <a:spcPct val="105000"/>
              </a:lnSpc>
              <a:buNone/>
              <a:defRPr sz="2325" b="1" i="0">
                <a:solidFill>
                  <a:srgbClr val="153D3B"/>
                </a:solidFill>
                <a:latin typeface="Segoe UI"/>
                <a:ea typeface="Segoe UI"/>
                <a:cs typeface="Segoe UI"/>
              </a:defRPr>
            </a:pPr>
            <a:r>
              <a:rPr sz="2325" b="1" i="0">
                <a:solidFill>
                  <a:srgbClr val="153D3B"/>
                </a:solidFill>
                <a:latin typeface="Segoe UI"/>
                <a:ea typeface="Segoe UI"/>
                <a:cs typeface="Segoe UI"/>
              </a:rPr>
              <a:t>Прогуляться рядом</a:t>
            </a:r>
          </a:p>
        </p:txBody>
      </p:sp>
      <p:sp>
        <p:nvSpPr>
          <p:cNvPr id="13" name="">
            <a:extLst xmlns:a="http://schemas.openxmlformats.org/drawingml/2006/main">
              <a:ext uri="{FF2B5EF4-FFF2-40B4-BE49-F238E27FC236}">
                <a16:creationId xmlns:a16="http://schemas.microsoft.com/office/drawing/2014/main" id="{F70034CC-9CAA-4A82-B86E-6F52E09FA161}"/>
              </a:ext>
            </a:extLst>
          </p:cNvPr>
          <p:cNvSpPr>
            <a:spLocks xmlns:a="http://schemas.openxmlformats.org/drawingml/2006/main" noGrp="1"/>
          </p:cNvSpPr>
          <p:nvPr/>
        </p:nvSpPr>
        <p:spPr>
          <a:xfrm xmlns:a="http://schemas.openxmlformats.org/drawingml/2006/main">
            <a:off x="5095875" y="4343400"/>
            <a:ext cx="6191250" cy="953"/>
          </a:xfrm>
          <a:custGeom xmlns:a="http://schemas.openxmlformats.org/drawingml/2006/main">
            <a:pathLst>
              <a:path w="6191250" h="953">
                <a:moveTo>
                  <a:pt x="0" y="0"/>
                </a:moveTo>
                <a:lnTo>
                  <a:pt x="6191250" y="953"/>
                </a:lnTo>
              </a:path>
            </a:pathLst>
          </a:custGeom>
          <a:noFill xmlns:a="http://schemas.openxmlformats.org/drawingml/2006/main"/>
          <a:ln xmlns:a="http://schemas.openxmlformats.org/drawingml/2006/main" w="19050">
            <a:solidFill>
              <a:srgbClr val="CFD8CF"/>
            </a:solidFill>
            <a:prstDash val="solid"/>
          </a:ln>
        </p:spPr>
      </p:sp>
      <p:sp>
        <p:nvSpPr>
          <p:cNvPr id="14" name="Что ограничивает">
            <a:extLst xmlns:a="http://schemas.openxmlformats.org/drawingml/2006/main">
              <a:ext uri="{FF2B5EF4-FFF2-40B4-BE49-F238E27FC236}">
                <a16:creationId xmlns:a16="http://schemas.microsoft.com/office/drawing/2014/main" id="{FC69BB7F-543C-49E8-B887-C329E581920B}"/>
              </a:ext>
            </a:extLst>
          </p:cNvPr>
          <p:cNvSpPr>
            <a:spLocks xmlns:a="http://schemas.openxmlformats.org/drawingml/2006/main" noGrp="1"/>
          </p:cNvSpPr>
          <p:nvPr/>
        </p:nvSpPr>
        <p:spPr>
          <a:xfrm xmlns:a="http://schemas.openxmlformats.org/drawingml/2006/main">
            <a:off x="5095875" y="45243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Что ограничивает</a:t>
            </a:r>
          </a:p>
        </p:txBody>
      </p:sp>
      <p:sp>
        <p:nvSpPr>
          <p:cNvPr id="15" name="Вернуться к исходной точке">
            <a:extLst xmlns:a="http://schemas.openxmlformats.org/drawingml/2006/main">
              <a:ext uri="{FF2B5EF4-FFF2-40B4-BE49-F238E27FC236}">
                <a16:creationId xmlns:a16="http://schemas.microsoft.com/office/drawing/2014/main" id="{6A477800-4109-426B-A6FD-9873E45DEF40}"/>
              </a:ext>
            </a:extLst>
          </p:cNvPr>
          <p:cNvSpPr>
            <a:spLocks xmlns:a="http://schemas.openxmlformats.org/drawingml/2006/main" noGrp="1"/>
          </p:cNvSpPr>
          <p:nvPr/>
        </p:nvSpPr>
        <p:spPr>
          <a:xfrm xmlns:a="http://schemas.openxmlformats.org/drawingml/2006/main">
            <a:off x="5095875" y="4857750"/>
            <a:ext cx="623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i="0">
                <a:solidFill>
                  <a:srgbClr val="153D3B"/>
                </a:solidFill>
                <a:latin typeface="Segoe UI"/>
                <a:ea typeface="Segoe UI"/>
                <a:cs typeface="Segoe UI"/>
              </a:defRPr>
            </a:defPPr>
            <a:lvl1pPr algn="l">
              <a:defRPr sz="2325" b="1" i="0">
                <a:solidFill>
                  <a:srgbClr val="153D3B"/>
                </a:solidFill>
                <a:latin typeface="Segoe UI"/>
                <a:ea typeface="Segoe UI"/>
                <a:cs typeface="Segoe UI"/>
              </a:defRPr>
            </a:lvl1pPr>
            <a:lvl2pPr algn="l">
              <a:defRPr sz="2325" b="1" i="0">
                <a:solidFill>
                  <a:srgbClr val="153D3B"/>
                </a:solidFill>
                <a:latin typeface="Segoe UI"/>
                <a:ea typeface="Segoe UI"/>
                <a:cs typeface="Segoe UI"/>
              </a:defRPr>
            </a:lvl2pPr>
            <a:lvl3pPr algn="l">
              <a:defRPr sz="2325" b="1" i="0">
                <a:solidFill>
                  <a:srgbClr val="153D3B"/>
                </a:solidFill>
                <a:latin typeface="Segoe UI"/>
                <a:ea typeface="Segoe UI"/>
                <a:cs typeface="Segoe UI"/>
              </a:defRPr>
            </a:lvl3pPr>
            <a:lvl4pPr algn="l">
              <a:defRPr sz="2325" b="1" i="0">
                <a:solidFill>
                  <a:srgbClr val="153D3B"/>
                </a:solidFill>
                <a:latin typeface="Segoe UI"/>
                <a:ea typeface="Segoe UI"/>
                <a:cs typeface="Segoe UI"/>
              </a:defRPr>
            </a:lvl4pPr>
            <a:lvl5pPr algn="l">
              <a:defRPr sz="2325" b="1" i="0">
                <a:solidFill>
                  <a:srgbClr val="153D3B"/>
                </a:solidFill>
                <a:latin typeface="Segoe UI"/>
                <a:ea typeface="Segoe UI"/>
                <a:cs typeface="Segoe UI"/>
              </a:defRPr>
            </a:lvl5pPr>
            <a:lvl6pPr algn="l">
              <a:defRPr sz="2325" b="1" i="0">
                <a:solidFill>
                  <a:srgbClr val="153D3B"/>
                </a:solidFill>
                <a:latin typeface="Segoe UI"/>
                <a:ea typeface="Segoe UI"/>
                <a:cs typeface="Segoe UI"/>
              </a:defRPr>
            </a:lvl6pPr>
            <a:lvl7pPr algn="l">
              <a:defRPr sz="2325" b="1" i="0">
                <a:solidFill>
                  <a:srgbClr val="153D3B"/>
                </a:solidFill>
                <a:latin typeface="Segoe UI"/>
                <a:ea typeface="Segoe UI"/>
                <a:cs typeface="Segoe UI"/>
              </a:defRPr>
            </a:lvl7pPr>
            <a:lvl8pPr algn="l">
              <a:defRPr sz="2325" b="1" i="0">
                <a:solidFill>
                  <a:srgbClr val="153D3B"/>
                </a:solidFill>
                <a:latin typeface="Segoe UI"/>
                <a:ea typeface="Segoe UI"/>
                <a:cs typeface="Segoe UI"/>
              </a:defRPr>
            </a:lvl8pPr>
            <a:lvl9pPr algn="l">
              <a:defRPr sz="2325" b="1" i="0">
                <a:solidFill>
                  <a:srgbClr val="153D3B"/>
                </a:solidFill>
                <a:latin typeface="Segoe UI"/>
                <a:ea typeface="Segoe UI"/>
                <a:cs typeface="Segoe UI"/>
              </a:defRPr>
            </a:lvl9pPr>
          </a:lstStyle>
          <a:p xmlns:a="http://schemas.openxmlformats.org/drawingml/2006/main">
            <a:pPr algn="l">
              <a:lnSpc>
                <a:spcPct val="105000"/>
              </a:lnSpc>
              <a:buNone/>
              <a:defRPr sz="2325" b="1" i="0">
                <a:solidFill>
                  <a:srgbClr val="153D3B"/>
                </a:solidFill>
                <a:latin typeface="Segoe UI"/>
                <a:ea typeface="Segoe UI"/>
                <a:cs typeface="Segoe UI"/>
              </a:defRPr>
            </a:pPr>
            <a:r>
              <a:rPr sz="2325" b="1" i="0">
                <a:solidFill>
                  <a:srgbClr val="153D3B"/>
                </a:solidFill>
                <a:latin typeface="Segoe UI"/>
                <a:ea typeface="Segoe UI"/>
                <a:cs typeface="Segoe UI"/>
              </a:rPr>
              <a:t>Вернуться к исходной точке</a:t>
            </a:r>
          </a:p>
        </p:txBody>
      </p:sp>
      <p:sp>
        <p:nvSpPr>
          <p:cNvPr id="16" name="Сценарий, заданный командой. Это не">
            <a:extLst xmlns:a="http://schemas.openxmlformats.org/drawingml/2006/main">
              <a:ext uri="{FF2B5EF4-FFF2-40B4-BE49-F238E27FC236}">
                <a16:creationId xmlns:a16="http://schemas.microsoft.com/office/drawing/2014/main" id="{B63049CE-3A6B-4CF1-B5EE-4BB4D1AC359F}"/>
              </a:ext>
            </a:extLst>
          </p:cNvPr>
          <p:cNvSpPr>
            <a:spLocks xmlns:a="http://schemas.openxmlformats.org/drawingml/2006/main" noGrp="1"/>
          </p:cNvSpPr>
          <p:nvPr/>
        </p:nvSpPr>
        <p:spPr>
          <a:xfrm xmlns:a="http://schemas.openxmlformats.org/drawingml/2006/main">
            <a:off x="609600" y="57435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52716B"/>
                </a:solidFill>
                <a:latin typeface="Segoe UI"/>
                <a:ea typeface="Segoe UI"/>
                <a:cs typeface="Segoe UI"/>
              </a:defRPr>
            </a:defPPr>
            <a:lvl1pPr algn="l">
              <a:defRPr sz="1275" b="0" i="0">
                <a:solidFill>
                  <a:srgbClr val="52716B"/>
                </a:solidFill>
                <a:latin typeface="Segoe UI"/>
                <a:ea typeface="Segoe UI"/>
                <a:cs typeface="Segoe UI"/>
              </a:defRPr>
            </a:lvl1pPr>
            <a:lvl2pPr algn="l">
              <a:defRPr sz="1275" b="0" i="0">
                <a:solidFill>
                  <a:srgbClr val="52716B"/>
                </a:solidFill>
                <a:latin typeface="Segoe UI"/>
                <a:ea typeface="Segoe UI"/>
                <a:cs typeface="Segoe UI"/>
              </a:defRPr>
            </a:lvl2pPr>
            <a:lvl3pPr algn="l">
              <a:defRPr sz="1275" b="0" i="0">
                <a:solidFill>
                  <a:srgbClr val="52716B"/>
                </a:solidFill>
                <a:latin typeface="Segoe UI"/>
                <a:ea typeface="Segoe UI"/>
                <a:cs typeface="Segoe UI"/>
              </a:defRPr>
            </a:lvl3pPr>
            <a:lvl4pPr algn="l">
              <a:defRPr sz="1275" b="0" i="0">
                <a:solidFill>
                  <a:srgbClr val="52716B"/>
                </a:solidFill>
                <a:latin typeface="Segoe UI"/>
                <a:ea typeface="Segoe UI"/>
                <a:cs typeface="Segoe UI"/>
              </a:defRPr>
            </a:lvl4pPr>
            <a:lvl5pPr algn="l">
              <a:defRPr sz="1275" b="0" i="0">
                <a:solidFill>
                  <a:srgbClr val="52716B"/>
                </a:solidFill>
                <a:latin typeface="Segoe UI"/>
                <a:ea typeface="Segoe UI"/>
                <a:cs typeface="Segoe UI"/>
              </a:defRPr>
            </a:lvl5pPr>
            <a:lvl6pPr algn="l">
              <a:defRPr sz="1275" b="0" i="0">
                <a:solidFill>
                  <a:srgbClr val="52716B"/>
                </a:solidFill>
                <a:latin typeface="Segoe UI"/>
                <a:ea typeface="Segoe UI"/>
                <a:cs typeface="Segoe UI"/>
              </a:defRPr>
            </a:lvl6pPr>
            <a:lvl7pPr algn="l">
              <a:defRPr sz="1275" b="0" i="0">
                <a:solidFill>
                  <a:srgbClr val="52716B"/>
                </a:solidFill>
                <a:latin typeface="Segoe UI"/>
                <a:ea typeface="Segoe UI"/>
                <a:cs typeface="Segoe UI"/>
              </a:defRPr>
            </a:lvl7pPr>
            <a:lvl8pPr algn="l">
              <a:defRPr sz="1275" b="0" i="0">
                <a:solidFill>
                  <a:srgbClr val="52716B"/>
                </a:solidFill>
                <a:latin typeface="Segoe UI"/>
                <a:ea typeface="Segoe UI"/>
                <a:cs typeface="Segoe UI"/>
              </a:defRPr>
            </a:lvl8pPr>
            <a:lvl9pPr algn="l">
              <a:defRPr sz="1275" b="0" i="0">
                <a:solidFill>
                  <a:srgbClr val="52716B"/>
                </a:solidFill>
                <a:latin typeface="Segoe UI"/>
                <a:ea typeface="Segoe UI"/>
                <a:cs typeface="Segoe UI"/>
              </a:defRPr>
            </a:lvl9pPr>
          </a:lstStyle>
          <a:p xmlns:a="http://schemas.openxmlformats.org/drawingml/2006/main">
            <a:pPr algn="l">
              <a:lnSpc>
                <a:spcPct val="105000"/>
              </a:lnSpc>
              <a:buNone/>
              <a:defRPr sz="1275" b="0" i="0">
                <a:solidFill>
                  <a:srgbClr val="52716B"/>
                </a:solidFill>
                <a:latin typeface="Segoe UI"/>
                <a:ea typeface="Segoe UI"/>
                <a:cs typeface="Segoe UI"/>
              </a:defRPr>
            </a:pPr>
            <a:r>
              <a:rPr sz="1275" b="0" i="0">
                <a:solidFill>
                  <a:srgbClr val="52716B"/>
                </a:solidFill>
                <a:latin typeface="Segoe UI"/>
                <a:ea typeface="Segoe UI"/>
                <a:cs typeface="Segoe UI"/>
              </a:rPr>
              <a:t>Сценарий, заданный командой. Это не статистика пользователей.</a:t>
            </a:r>
          </a:p>
        </p:txBody>
      </p:sp>
    </p:spTree>
    <p:extLst>
      <p:ext uri="{BB962C8B-B14F-4D97-AF65-F5344CB8AC3E}">
        <p14:creationId xmlns:p14="http://schemas.microsoft.com/office/powerpoint/2010/main" val="752409156"/>
      </p:ext>
    </p:extLst>
  </p:cSld>
</p:sld>
</file>

<file path=ppt/slides/slide3.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6" name="Весь маршрут в одном бюджете">
            <a:extLst xmlns:a="http://schemas.openxmlformats.org/drawingml/2006/main">
              <a:ext uri="{FF2B5EF4-FFF2-40B4-BE49-F238E27FC236}">
                <a16:creationId xmlns:a16="http://schemas.microsoft.com/office/drawing/2014/main" id="{F79DF41F-4D76-49E7-832D-349C9FC9B858}"/>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Весь маршрут в одном бюджете</a:t>
            </a:r>
          </a:p>
        </p:txBody>
      </p:sp>
      <p:sp>
        <p:nvSpPr>
          <p:cNvPr id="2" name="Правило продукта: время на возвраще">
            <a:extLst xmlns:a="http://schemas.openxmlformats.org/drawingml/2006/main">
              <a:ext uri="{FF2B5EF4-FFF2-40B4-BE49-F238E27FC236}">
                <a16:creationId xmlns:a16="http://schemas.microsoft.com/office/drawing/2014/main" id="{BAB543D4-1EFA-4788-B0CD-188C59A0D22D}"/>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Правило продукта: время на возвращение входит в рекомендацию</a:t>
            </a:r>
          </a:p>
        </p:txBody>
      </p:sp>
      <p:sp>
        <p:nvSpPr>
          <p:cNvPr id="3" name="">
            <a:extLst xmlns:a="http://schemas.openxmlformats.org/drawingml/2006/main">
              <a:ext uri="{FF2B5EF4-FFF2-40B4-BE49-F238E27FC236}">
                <a16:creationId xmlns:a16="http://schemas.microsoft.com/office/drawing/2014/main" id="{0455F635-8B19-48C3-9C25-869B0AB349F3}"/>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7ADF1742-B7DF-4C21-B32C-2FEE9F43DE56}"/>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3">
            <a:extLst xmlns:a="http://schemas.openxmlformats.org/drawingml/2006/main">
              <a:ext uri="{FF2B5EF4-FFF2-40B4-BE49-F238E27FC236}">
                <a16:creationId xmlns:a16="http://schemas.microsoft.com/office/drawing/2014/main" id="{AB4E5384-E54D-4CD1-8038-861027FF82C4}"/>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8DDEA52D-E32F-42CD-AAF2-AC1CAC14E389}"/>
              </a:ext>
            </a:extLst>
          </p:cNvPr>
          <p:cNvSpPr>
            <a:spLocks xmlns:a="http://schemas.openxmlformats.org/drawingml/2006/main" noGrp="1"/>
          </p:cNvSpPr>
          <p:nvPr/>
        </p:nvSpPr>
        <p:spPr>
          <a:xfrm xmlns:a="http://schemas.openxmlformats.org/drawingml/2006/main">
            <a:off x="609600" y="2667000"/>
            <a:ext cx="2476500" cy="666750"/>
          </a:xfrm>
          <a:prstGeom xmlns:a="http://schemas.openxmlformats.org/drawingml/2006/main" prst="rect">
            <a:avLst/>
          </a:prstGeom>
          <a:solidFill xmlns:a="http://schemas.openxmlformats.org/drawingml/2006/main">
            <a:srgbClr val="1D8B82"/>
          </a:solidFill>
          <a:ln xmlns:a="http://schemas.openxmlformats.org/drawingml/2006/main" w="0">
            <a:noFill/>
            <a:prstDash val="solid"/>
          </a:ln>
        </p:spPr>
      </p:sp>
      <p:sp>
        <p:nvSpPr>
          <p:cNvPr id="7" name="Дорога туда">
            <a:extLst xmlns:a="http://schemas.openxmlformats.org/drawingml/2006/main">
              <a:ext uri="{FF2B5EF4-FFF2-40B4-BE49-F238E27FC236}">
                <a16:creationId xmlns:a16="http://schemas.microsoft.com/office/drawing/2014/main" id="{724A9779-1C3E-414A-A248-771BED913D1D}"/>
              </a:ext>
            </a:extLst>
          </p:cNvPr>
          <p:cNvSpPr>
            <a:spLocks xmlns:a="http://schemas.openxmlformats.org/drawingml/2006/main" noGrp="1"/>
          </p:cNvSpPr>
          <p:nvPr/>
        </p:nvSpPr>
        <p:spPr>
          <a:xfrm xmlns:a="http://schemas.openxmlformats.org/drawingml/2006/main">
            <a:off x="609600" y="3552825"/>
            <a:ext cx="2305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53D3B"/>
                </a:solidFill>
                <a:latin typeface="Segoe UI"/>
                <a:ea typeface="Segoe UI"/>
                <a:cs typeface="Segoe UI"/>
              </a:defRPr>
            </a:defPPr>
            <a:lvl1pPr algn="l">
              <a:defRPr sz="1950" b="1" i="0">
                <a:solidFill>
                  <a:srgbClr val="153D3B"/>
                </a:solidFill>
                <a:latin typeface="Segoe UI"/>
                <a:ea typeface="Segoe UI"/>
                <a:cs typeface="Segoe UI"/>
              </a:defRPr>
            </a:lvl1pPr>
            <a:lvl2pPr algn="l">
              <a:defRPr sz="1950" b="1" i="0">
                <a:solidFill>
                  <a:srgbClr val="153D3B"/>
                </a:solidFill>
                <a:latin typeface="Segoe UI"/>
                <a:ea typeface="Segoe UI"/>
                <a:cs typeface="Segoe UI"/>
              </a:defRPr>
            </a:lvl2pPr>
            <a:lvl3pPr algn="l">
              <a:defRPr sz="1950" b="1" i="0">
                <a:solidFill>
                  <a:srgbClr val="153D3B"/>
                </a:solidFill>
                <a:latin typeface="Segoe UI"/>
                <a:ea typeface="Segoe UI"/>
                <a:cs typeface="Segoe UI"/>
              </a:defRPr>
            </a:lvl3pPr>
            <a:lvl4pPr algn="l">
              <a:defRPr sz="1950" b="1" i="0">
                <a:solidFill>
                  <a:srgbClr val="153D3B"/>
                </a:solidFill>
                <a:latin typeface="Segoe UI"/>
                <a:ea typeface="Segoe UI"/>
                <a:cs typeface="Segoe UI"/>
              </a:defRPr>
            </a:lvl4pPr>
            <a:lvl5pPr algn="l">
              <a:defRPr sz="1950" b="1" i="0">
                <a:solidFill>
                  <a:srgbClr val="153D3B"/>
                </a:solidFill>
                <a:latin typeface="Segoe UI"/>
                <a:ea typeface="Segoe UI"/>
                <a:cs typeface="Segoe UI"/>
              </a:defRPr>
            </a:lvl5pPr>
            <a:lvl6pPr algn="l">
              <a:defRPr sz="1950" b="1" i="0">
                <a:solidFill>
                  <a:srgbClr val="153D3B"/>
                </a:solidFill>
                <a:latin typeface="Segoe UI"/>
                <a:ea typeface="Segoe UI"/>
                <a:cs typeface="Segoe UI"/>
              </a:defRPr>
            </a:lvl6pPr>
            <a:lvl7pPr algn="l">
              <a:defRPr sz="1950" b="1" i="0">
                <a:solidFill>
                  <a:srgbClr val="153D3B"/>
                </a:solidFill>
                <a:latin typeface="Segoe UI"/>
                <a:ea typeface="Segoe UI"/>
                <a:cs typeface="Segoe UI"/>
              </a:defRPr>
            </a:lvl7pPr>
            <a:lvl8pPr algn="l">
              <a:defRPr sz="1950" b="1" i="0">
                <a:solidFill>
                  <a:srgbClr val="153D3B"/>
                </a:solidFill>
                <a:latin typeface="Segoe UI"/>
                <a:ea typeface="Segoe UI"/>
                <a:cs typeface="Segoe UI"/>
              </a:defRPr>
            </a:lvl8pPr>
            <a:lvl9pPr algn="l">
              <a:defRPr sz="1950" b="1" i="0">
                <a:solidFill>
                  <a:srgbClr val="153D3B"/>
                </a:solidFill>
                <a:latin typeface="Segoe UI"/>
                <a:ea typeface="Segoe UI"/>
                <a:cs typeface="Segoe UI"/>
              </a:defRPr>
            </a:lvl9pPr>
          </a:lstStyle>
          <a:p xmlns:a="http://schemas.openxmlformats.org/drawingml/2006/main">
            <a:pPr algn="l">
              <a:lnSpc>
                <a:spcPct val="105000"/>
              </a:lnSpc>
              <a:buNone/>
              <a:defRPr sz="1950" b="1" i="0">
                <a:solidFill>
                  <a:srgbClr val="153D3B"/>
                </a:solidFill>
                <a:latin typeface="Segoe UI"/>
                <a:ea typeface="Segoe UI"/>
                <a:cs typeface="Segoe UI"/>
              </a:defRPr>
            </a:pPr>
            <a:r>
              <a:rPr sz="1950" b="1" i="0">
                <a:solidFill>
                  <a:srgbClr val="153D3B"/>
                </a:solidFill>
                <a:latin typeface="Segoe UI"/>
                <a:ea typeface="Segoe UI"/>
                <a:cs typeface="Segoe UI"/>
              </a:rPr>
              <a:t>Дорога туда</a:t>
            </a:r>
          </a:p>
        </p:txBody>
      </p:sp>
      <p:sp>
        <p:nvSpPr>
          <p:cNvPr id="8" name="">
            <a:extLst xmlns:a="http://schemas.openxmlformats.org/drawingml/2006/main">
              <a:ext uri="{FF2B5EF4-FFF2-40B4-BE49-F238E27FC236}">
                <a16:creationId xmlns:a16="http://schemas.microsoft.com/office/drawing/2014/main" id="{1B94AC5A-DD06-4F61-8A7E-67A38718F837}"/>
              </a:ext>
            </a:extLst>
          </p:cNvPr>
          <p:cNvSpPr>
            <a:spLocks xmlns:a="http://schemas.openxmlformats.org/drawingml/2006/main" noGrp="1"/>
          </p:cNvSpPr>
          <p:nvPr/>
        </p:nvSpPr>
        <p:spPr>
          <a:xfrm xmlns:a="http://schemas.openxmlformats.org/drawingml/2006/main">
            <a:off x="3238500" y="2667000"/>
            <a:ext cx="3048000" cy="666750"/>
          </a:xfrm>
          <a:prstGeom xmlns:a="http://schemas.openxmlformats.org/drawingml/2006/main" prst="rect">
            <a:avLst/>
          </a:prstGeom>
          <a:solidFill xmlns:a="http://schemas.openxmlformats.org/drawingml/2006/main">
            <a:srgbClr val="CDE4DB"/>
          </a:solidFill>
          <a:ln xmlns:a="http://schemas.openxmlformats.org/drawingml/2006/main" w="0">
            <a:noFill/>
            <a:prstDash val="solid"/>
          </a:ln>
        </p:spPr>
      </p:sp>
      <p:sp>
        <p:nvSpPr>
          <p:cNvPr id="9" name="Визит">
            <a:extLst xmlns:a="http://schemas.openxmlformats.org/drawingml/2006/main">
              <a:ext uri="{FF2B5EF4-FFF2-40B4-BE49-F238E27FC236}">
                <a16:creationId xmlns:a16="http://schemas.microsoft.com/office/drawing/2014/main" id="{45931962-B57E-4E60-9431-0792DD1AD7C3}"/>
              </a:ext>
            </a:extLst>
          </p:cNvPr>
          <p:cNvSpPr>
            <a:spLocks xmlns:a="http://schemas.openxmlformats.org/drawingml/2006/main" noGrp="1"/>
          </p:cNvSpPr>
          <p:nvPr/>
        </p:nvSpPr>
        <p:spPr>
          <a:xfrm xmlns:a="http://schemas.openxmlformats.org/drawingml/2006/main">
            <a:off x="3238500" y="3552825"/>
            <a:ext cx="2876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53D3B"/>
                </a:solidFill>
                <a:latin typeface="Segoe UI"/>
                <a:ea typeface="Segoe UI"/>
                <a:cs typeface="Segoe UI"/>
              </a:defRPr>
            </a:defPPr>
            <a:lvl1pPr algn="l">
              <a:defRPr sz="1950" b="1" i="0">
                <a:solidFill>
                  <a:srgbClr val="153D3B"/>
                </a:solidFill>
                <a:latin typeface="Segoe UI"/>
                <a:ea typeface="Segoe UI"/>
                <a:cs typeface="Segoe UI"/>
              </a:defRPr>
            </a:lvl1pPr>
            <a:lvl2pPr algn="l">
              <a:defRPr sz="1950" b="1" i="0">
                <a:solidFill>
                  <a:srgbClr val="153D3B"/>
                </a:solidFill>
                <a:latin typeface="Segoe UI"/>
                <a:ea typeface="Segoe UI"/>
                <a:cs typeface="Segoe UI"/>
              </a:defRPr>
            </a:lvl2pPr>
            <a:lvl3pPr algn="l">
              <a:defRPr sz="1950" b="1" i="0">
                <a:solidFill>
                  <a:srgbClr val="153D3B"/>
                </a:solidFill>
                <a:latin typeface="Segoe UI"/>
                <a:ea typeface="Segoe UI"/>
                <a:cs typeface="Segoe UI"/>
              </a:defRPr>
            </a:lvl3pPr>
            <a:lvl4pPr algn="l">
              <a:defRPr sz="1950" b="1" i="0">
                <a:solidFill>
                  <a:srgbClr val="153D3B"/>
                </a:solidFill>
                <a:latin typeface="Segoe UI"/>
                <a:ea typeface="Segoe UI"/>
                <a:cs typeface="Segoe UI"/>
              </a:defRPr>
            </a:lvl4pPr>
            <a:lvl5pPr algn="l">
              <a:defRPr sz="1950" b="1" i="0">
                <a:solidFill>
                  <a:srgbClr val="153D3B"/>
                </a:solidFill>
                <a:latin typeface="Segoe UI"/>
                <a:ea typeface="Segoe UI"/>
                <a:cs typeface="Segoe UI"/>
              </a:defRPr>
            </a:lvl5pPr>
            <a:lvl6pPr algn="l">
              <a:defRPr sz="1950" b="1" i="0">
                <a:solidFill>
                  <a:srgbClr val="153D3B"/>
                </a:solidFill>
                <a:latin typeface="Segoe UI"/>
                <a:ea typeface="Segoe UI"/>
                <a:cs typeface="Segoe UI"/>
              </a:defRPr>
            </a:lvl6pPr>
            <a:lvl7pPr algn="l">
              <a:defRPr sz="1950" b="1" i="0">
                <a:solidFill>
                  <a:srgbClr val="153D3B"/>
                </a:solidFill>
                <a:latin typeface="Segoe UI"/>
                <a:ea typeface="Segoe UI"/>
                <a:cs typeface="Segoe UI"/>
              </a:defRPr>
            </a:lvl7pPr>
            <a:lvl8pPr algn="l">
              <a:defRPr sz="1950" b="1" i="0">
                <a:solidFill>
                  <a:srgbClr val="153D3B"/>
                </a:solidFill>
                <a:latin typeface="Segoe UI"/>
                <a:ea typeface="Segoe UI"/>
                <a:cs typeface="Segoe UI"/>
              </a:defRPr>
            </a:lvl8pPr>
            <a:lvl9pPr algn="l">
              <a:defRPr sz="1950" b="1" i="0">
                <a:solidFill>
                  <a:srgbClr val="153D3B"/>
                </a:solidFill>
                <a:latin typeface="Segoe UI"/>
                <a:ea typeface="Segoe UI"/>
                <a:cs typeface="Segoe UI"/>
              </a:defRPr>
            </a:lvl9pPr>
          </a:lstStyle>
          <a:p xmlns:a="http://schemas.openxmlformats.org/drawingml/2006/main">
            <a:pPr algn="l">
              <a:lnSpc>
                <a:spcPct val="105000"/>
              </a:lnSpc>
              <a:buNone/>
              <a:defRPr sz="1950" b="1" i="0">
                <a:solidFill>
                  <a:srgbClr val="153D3B"/>
                </a:solidFill>
                <a:latin typeface="Segoe UI"/>
                <a:ea typeface="Segoe UI"/>
                <a:cs typeface="Segoe UI"/>
              </a:defRPr>
            </a:pPr>
            <a:r>
              <a:rPr sz="1950" b="1" i="0">
                <a:solidFill>
                  <a:srgbClr val="153D3B"/>
                </a:solidFill>
                <a:latin typeface="Segoe UI"/>
                <a:ea typeface="Segoe UI"/>
                <a:cs typeface="Segoe UI"/>
              </a:rPr>
              <a:t>Визит</a:t>
            </a:r>
          </a:p>
        </p:txBody>
      </p:sp>
      <p:sp>
        <p:nvSpPr>
          <p:cNvPr id="10" name="">
            <a:extLst xmlns:a="http://schemas.openxmlformats.org/drawingml/2006/main">
              <a:ext uri="{FF2B5EF4-FFF2-40B4-BE49-F238E27FC236}">
                <a16:creationId xmlns:a16="http://schemas.microsoft.com/office/drawing/2014/main" id="{1D370362-1A68-4339-B4A6-B7FCDF64B4D6}"/>
              </a:ext>
            </a:extLst>
          </p:cNvPr>
          <p:cNvSpPr>
            <a:spLocks xmlns:a="http://schemas.openxmlformats.org/drawingml/2006/main" noGrp="1"/>
          </p:cNvSpPr>
          <p:nvPr/>
        </p:nvSpPr>
        <p:spPr>
          <a:xfrm xmlns:a="http://schemas.openxmlformats.org/drawingml/2006/main">
            <a:off x="6438900" y="2667000"/>
            <a:ext cx="2476500" cy="666750"/>
          </a:xfrm>
          <a:prstGeom xmlns:a="http://schemas.openxmlformats.org/drawingml/2006/main" prst="rect">
            <a:avLst/>
          </a:prstGeom>
          <a:solidFill xmlns:a="http://schemas.openxmlformats.org/drawingml/2006/main">
            <a:srgbClr val="1D8B82"/>
          </a:solidFill>
          <a:ln xmlns:a="http://schemas.openxmlformats.org/drawingml/2006/main" w="0">
            <a:noFill/>
            <a:prstDash val="solid"/>
          </a:ln>
        </p:spPr>
      </p:sp>
      <p:sp>
        <p:nvSpPr>
          <p:cNvPr id="11" name="Обратный путь">
            <a:extLst xmlns:a="http://schemas.openxmlformats.org/drawingml/2006/main">
              <a:ext uri="{FF2B5EF4-FFF2-40B4-BE49-F238E27FC236}">
                <a16:creationId xmlns:a16="http://schemas.microsoft.com/office/drawing/2014/main" id="{AE3D73E8-6BEB-4098-BD54-7FE783EF5C42}"/>
              </a:ext>
            </a:extLst>
          </p:cNvPr>
          <p:cNvSpPr>
            <a:spLocks xmlns:a="http://schemas.openxmlformats.org/drawingml/2006/main" noGrp="1"/>
          </p:cNvSpPr>
          <p:nvPr/>
        </p:nvSpPr>
        <p:spPr>
          <a:xfrm xmlns:a="http://schemas.openxmlformats.org/drawingml/2006/main">
            <a:off x="6438900" y="3552825"/>
            <a:ext cx="2305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53D3B"/>
                </a:solidFill>
                <a:latin typeface="Segoe UI"/>
                <a:ea typeface="Segoe UI"/>
                <a:cs typeface="Segoe UI"/>
              </a:defRPr>
            </a:defPPr>
            <a:lvl1pPr algn="l">
              <a:defRPr sz="1950" b="1" i="0">
                <a:solidFill>
                  <a:srgbClr val="153D3B"/>
                </a:solidFill>
                <a:latin typeface="Segoe UI"/>
                <a:ea typeface="Segoe UI"/>
                <a:cs typeface="Segoe UI"/>
              </a:defRPr>
            </a:lvl1pPr>
            <a:lvl2pPr algn="l">
              <a:defRPr sz="1950" b="1" i="0">
                <a:solidFill>
                  <a:srgbClr val="153D3B"/>
                </a:solidFill>
                <a:latin typeface="Segoe UI"/>
                <a:ea typeface="Segoe UI"/>
                <a:cs typeface="Segoe UI"/>
              </a:defRPr>
            </a:lvl2pPr>
            <a:lvl3pPr algn="l">
              <a:defRPr sz="1950" b="1" i="0">
                <a:solidFill>
                  <a:srgbClr val="153D3B"/>
                </a:solidFill>
                <a:latin typeface="Segoe UI"/>
                <a:ea typeface="Segoe UI"/>
                <a:cs typeface="Segoe UI"/>
              </a:defRPr>
            </a:lvl3pPr>
            <a:lvl4pPr algn="l">
              <a:defRPr sz="1950" b="1" i="0">
                <a:solidFill>
                  <a:srgbClr val="153D3B"/>
                </a:solidFill>
                <a:latin typeface="Segoe UI"/>
                <a:ea typeface="Segoe UI"/>
                <a:cs typeface="Segoe UI"/>
              </a:defRPr>
            </a:lvl4pPr>
            <a:lvl5pPr algn="l">
              <a:defRPr sz="1950" b="1" i="0">
                <a:solidFill>
                  <a:srgbClr val="153D3B"/>
                </a:solidFill>
                <a:latin typeface="Segoe UI"/>
                <a:ea typeface="Segoe UI"/>
                <a:cs typeface="Segoe UI"/>
              </a:defRPr>
            </a:lvl5pPr>
            <a:lvl6pPr algn="l">
              <a:defRPr sz="1950" b="1" i="0">
                <a:solidFill>
                  <a:srgbClr val="153D3B"/>
                </a:solidFill>
                <a:latin typeface="Segoe UI"/>
                <a:ea typeface="Segoe UI"/>
                <a:cs typeface="Segoe UI"/>
              </a:defRPr>
            </a:lvl6pPr>
            <a:lvl7pPr algn="l">
              <a:defRPr sz="1950" b="1" i="0">
                <a:solidFill>
                  <a:srgbClr val="153D3B"/>
                </a:solidFill>
                <a:latin typeface="Segoe UI"/>
                <a:ea typeface="Segoe UI"/>
                <a:cs typeface="Segoe UI"/>
              </a:defRPr>
            </a:lvl7pPr>
            <a:lvl8pPr algn="l">
              <a:defRPr sz="1950" b="1" i="0">
                <a:solidFill>
                  <a:srgbClr val="153D3B"/>
                </a:solidFill>
                <a:latin typeface="Segoe UI"/>
                <a:ea typeface="Segoe UI"/>
                <a:cs typeface="Segoe UI"/>
              </a:defRPr>
            </a:lvl8pPr>
            <a:lvl9pPr algn="l">
              <a:defRPr sz="1950" b="1" i="0">
                <a:solidFill>
                  <a:srgbClr val="153D3B"/>
                </a:solidFill>
                <a:latin typeface="Segoe UI"/>
                <a:ea typeface="Segoe UI"/>
                <a:cs typeface="Segoe UI"/>
              </a:defRPr>
            </a:lvl9pPr>
          </a:lstStyle>
          <a:p xmlns:a="http://schemas.openxmlformats.org/drawingml/2006/main">
            <a:pPr algn="l">
              <a:lnSpc>
                <a:spcPct val="105000"/>
              </a:lnSpc>
              <a:buNone/>
              <a:defRPr sz="1950" b="1" i="0">
                <a:solidFill>
                  <a:srgbClr val="153D3B"/>
                </a:solidFill>
                <a:latin typeface="Segoe UI"/>
                <a:ea typeface="Segoe UI"/>
                <a:cs typeface="Segoe UI"/>
              </a:defRPr>
            </a:pPr>
            <a:r>
              <a:rPr sz="1950" b="1" i="0">
                <a:solidFill>
                  <a:srgbClr val="153D3B"/>
                </a:solidFill>
                <a:latin typeface="Segoe UI"/>
                <a:ea typeface="Segoe UI"/>
                <a:cs typeface="Segoe UI"/>
              </a:rPr>
              <a:t>Обратный путь</a:t>
            </a:r>
          </a:p>
        </p:txBody>
      </p:sp>
      <p:sp>
        <p:nvSpPr>
          <p:cNvPr id="12" name="">
            <a:extLst xmlns:a="http://schemas.openxmlformats.org/drawingml/2006/main">
              <a:ext uri="{FF2B5EF4-FFF2-40B4-BE49-F238E27FC236}">
                <a16:creationId xmlns:a16="http://schemas.microsoft.com/office/drawing/2014/main" id="{28A6B7EC-1D82-4580-A68D-8ED41EBD4385}"/>
              </a:ext>
            </a:extLst>
          </p:cNvPr>
          <p:cNvSpPr>
            <a:spLocks xmlns:a="http://schemas.openxmlformats.org/drawingml/2006/main" noGrp="1"/>
          </p:cNvSpPr>
          <p:nvPr/>
        </p:nvSpPr>
        <p:spPr>
          <a:xfrm xmlns:a="http://schemas.openxmlformats.org/drawingml/2006/main">
            <a:off x="9067800" y="2667000"/>
            <a:ext cx="2362200" cy="666750"/>
          </a:xfrm>
          <a:prstGeom xmlns:a="http://schemas.openxmlformats.org/drawingml/2006/main" prst="rect">
            <a:avLst/>
          </a:prstGeom>
          <a:solidFill xmlns:a="http://schemas.openxmlformats.org/drawingml/2006/main">
            <a:srgbClr val="CF653E"/>
          </a:solidFill>
          <a:ln xmlns:a="http://schemas.openxmlformats.org/drawingml/2006/main" w="0">
            <a:noFill/>
            <a:prstDash val="solid"/>
          </a:ln>
        </p:spPr>
      </p:sp>
      <p:sp>
        <p:nvSpPr>
          <p:cNvPr id="13" name="Резерв">
            <a:extLst xmlns:a="http://schemas.openxmlformats.org/drawingml/2006/main">
              <a:ext uri="{FF2B5EF4-FFF2-40B4-BE49-F238E27FC236}">
                <a16:creationId xmlns:a16="http://schemas.microsoft.com/office/drawing/2014/main" id="{7F0D241E-D1CD-4B28-AB76-A94B73A938A6}"/>
              </a:ext>
            </a:extLst>
          </p:cNvPr>
          <p:cNvSpPr>
            <a:spLocks xmlns:a="http://schemas.openxmlformats.org/drawingml/2006/main" noGrp="1"/>
          </p:cNvSpPr>
          <p:nvPr/>
        </p:nvSpPr>
        <p:spPr>
          <a:xfrm xmlns:a="http://schemas.openxmlformats.org/drawingml/2006/main">
            <a:off x="9067800" y="3552825"/>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53D3B"/>
                </a:solidFill>
                <a:latin typeface="Segoe UI"/>
                <a:ea typeface="Segoe UI"/>
                <a:cs typeface="Segoe UI"/>
              </a:defRPr>
            </a:defPPr>
            <a:lvl1pPr algn="l">
              <a:defRPr sz="1950" b="1" i="0">
                <a:solidFill>
                  <a:srgbClr val="153D3B"/>
                </a:solidFill>
                <a:latin typeface="Segoe UI"/>
                <a:ea typeface="Segoe UI"/>
                <a:cs typeface="Segoe UI"/>
              </a:defRPr>
            </a:lvl1pPr>
            <a:lvl2pPr algn="l">
              <a:defRPr sz="1950" b="1" i="0">
                <a:solidFill>
                  <a:srgbClr val="153D3B"/>
                </a:solidFill>
                <a:latin typeface="Segoe UI"/>
                <a:ea typeface="Segoe UI"/>
                <a:cs typeface="Segoe UI"/>
              </a:defRPr>
            </a:lvl2pPr>
            <a:lvl3pPr algn="l">
              <a:defRPr sz="1950" b="1" i="0">
                <a:solidFill>
                  <a:srgbClr val="153D3B"/>
                </a:solidFill>
                <a:latin typeface="Segoe UI"/>
                <a:ea typeface="Segoe UI"/>
                <a:cs typeface="Segoe UI"/>
              </a:defRPr>
            </a:lvl3pPr>
            <a:lvl4pPr algn="l">
              <a:defRPr sz="1950" b="1" i="0">
                <a:solidFill>
                  <a:srgbClr val="153D3B"/>
                </a:solidFill>
                <a:latin typeface="Segoe UI"/>
                <a:ea typeface="Segoe UI"/>
                <a:cs typeface="Segoe UI"/>
              </a:defRPr>
            </a:lvl4pPr>
            <a:lvl5pPr algn="l">
              <a:defRPr sz="1950" b="1" i="0">
                <a:solidFill>
                  <a:srgbClr val="153D3B"/>
                </a:solidFill>
                <a:latin typeface="Segoe UI"/>
                <a:ea typeface="Segoe UI"/>
                <a:cs typeface="Segoe UI"/>
              </a:defRPr>
            </a:lvl5pPr>
            <a:lvl6pPr algn="l">
              <a:defRPr sz="1950" b="1" i="0">
                <a:solidFill>
                  <a:srgbClr val="153D3B"/>
                </a:solidFill>
                <a:latin typeface="Segoe UI"/>
                <a:ea typeface="Segoe UI"/>
                <a:cs typeface="Segoe UI"/>
              </a:defRPr>
            </a:lvl6pPr>
            <a:lvl7pPr algn="l">
              <a:defRPr sz="1950" b="1" i="0">
                <a:solidFill>
                  <a:srgbClr val="153D3B"/>
                </a:solidFill>
                <a:latin typeface="Segoe UI"/>
                <a:ea typeface="Segoe UI"/>
                <a:cs typeface="Segoe UI"/>
              </a:defRPr>
            </a:lvl7pPr>
            <a:lvl8pPr algn="l">
              <a:defRPr sz="1950" b="1" i="0">
                <a:solidFill>
                  <a:srgbClr val="153D3B"/>
                </a:solidFill>
                <a:latin typeface="Segoe UI"/>
                <a:ea typeface="Segoe UI"/>
                <a:cs typeface="Segoe UI"/>
              </a:defRPr>
            </a:lvl8pPr>
            <a:lvl9pPr algn="l">
              <a:defRPr sz="1950" b="1" i="0">
                <a:solidFill>
                  <a:srgbClr val="153D3B"/>
                </a:solidFill>
                <a:latin typeface="Segoe UI"/>
                <a:ea typeface="Segoe UI"/>
                <a:cs typeface="Segoe UI"/>
              </a:defRPr>
            </a:lvl9pPr>
          </a:lstStyle>
          <a:p xmlns:a="http://schemas.openxmlformats.org/drawingml/2006/main">
            <a:pPr algn="l">
              <a:lnSpc>
                <a:spcPct val="105000"/>
              </a:lnSpc>
              <a:buNone/>
              <a:defRPr sz="1950" b="1" i="0">
                <a:solidFill>
                  <a:srgbClr val="153D3B"/>
                </a:solidFill>
                <a:latin typeface="Segoe UI"/>
                <a:ea typeface="Segoe UI"/>
                <a:cs typeface="Segoe UI"/>
              </a:defRPr>
            </a:pPr>
            <a:r>
              <a:rPr sz="1950" b="1" i="0">
                <a:solidFill>
                  <a:srgbClr val="153D3B"/>
                </a:solidFill>
                <a:latin typeface="Segoe UI"/>
                <a:ea typeface="Segoe UI"/>
                <a:cs typeface="Segoe UI"/>
              </a:rPr>
              <a:t>Резерв</a:t>
            </a:r>
          </a:p>
        </p:txBody>
      </p:sp>
      <p:sp>
        <p:nvSpPr>
          <p:cNvPr id="14" name="Сумма ≤ доступное время">
            <a:extLst xmlns:a="http://schemas.openxmlformats.org/drawingml/2006/main">
              <a:ext uri="{FF2B5EF4-FFF2-40B4-BE49-F238E27FC236}">
                <a16:creationId xmlns:a16="http://schemas.microsoft.com/office/drawing/2014/main" id="{E8304BBC-4606-47BC-AE0E-F412D06867C7}"/>
              </a:ext>
            </a:extLst>
          </p:cNvPr>
          <p:cNvSpPr>
            <a:spLocks xmlns:a="http://schemas.openxmlformats.org/drawingml/2006/main" noGrp="1"/>
          </p:cNvSpPr>
          <p:nvPr/>
        </p:nvSpPr>
        <p:spPr>
          <a:xfrm xmlns:a="http://schemas.openxmlformats.org/drawingml/2006/main">
            <a:off x="609600" y="446722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i="0">
                <a:solidFill>
                  <a:srgbClr val="153D3B"/>
                </a:solidFill>
                <a:latin typeface="Segoe UI"/>
                <a:ea typeface="Segoe UI"/>
                <a:cs typeface="Segoe UI"/>
              </a:defRPr>
            </a:defPPr>
            <a:lvl1pPr algn="l">
              <a:defRPr sz="3600" b="1" i="0">
                <a:solidFill>
                  <a:srgbClr val="153D3B"/>
                </a:solidFill>
                <a:latin typeface="Segoe UI"/>
                <a:ea typeface="Segoe UI"/>
                <a:cs typeface="Segoe UI"/>
              </a:defRPr>
            </a:lvl1pPr>
            <a:lvl2pPr algn="l">
              <a:defRPr sz="3600" b="1" i="0">
                <a:solidFill>
                  <a:srgbClr val="153D3B"/>
                </a:solidFill>
                <a:latin typeface="Segoe UI"/>
                <a:ea typeface="Segoe UI"/>
                <a:cs typeface="Segoe UI"/>
              </a:defRPr>
            </a:lvl2pPr>
            <a:lvl3pPr algn="l">
              <a:defRPr sz="3600" b="1" i="0">
                <a:solidFill>
                  <a:srgbClr val="153D3B"/>
                </a:solidFill>
                <a:latin typeface="Segoe UI"/>
                <a:ea typeface="Segoe UI"/>
                <a:cs typeface="Segoe UI"/>
              </a:defRPr>
            </a:lvl3pPr>
            <a:lvl4pPr algn="l">
              <a:defRPr sz="3600" b="1" i="0">
                <a:solidFill>
                  <a:srgbClr val="153D3B"/>
                </a:solidFill>
                <a:latin typeface="Segoe UI"/>
                <a:ea typeface="Segoe UI"/>
                <a:cs typeface="Segoe UI"/>
              </a:defRPr>
            </a:lvl4pPr>
            <a:lvl5pPr algn="l">
              <a:defRPr sz="3600" b="1" i="0">
                <a:solidFill>
                  <a:srgbClr val="153D3B"/>
                </a:solidFill>
                <a:latin typeface="Segoe UI"/>
                <a:ea typeface="Segoe UI"/>
                <a:cs typeface="Segoe UI"/>
              </a:defRPr>
            </a:lvl5pPr>
            <a:lvl6pPr algn="l">
              <a:defRPr sz="3600" b="1" i="0">
                <a:solidFill>
                  <a:srgbClr val="153D3B"/>
                </a:solidFill>
                <a:latin typeface="Segoe UI"/>
                <a:ea typeface="Segoe UI"/>
                <a:cs typeface="Segoe UI"/>
              </a:defRPr>
            </a:lvl6pPr>
            <a:lvl7pPr algn="l">
              <a:defRPr sz="3600" b="1" i="0">
                <a:solidFill>
                  <a:srgbClr val="153D3B"/>
                </a:solidFill>
                <a:latin typeface="Segoe UI"/>
                <a:ea typeface="Segoe UI"/>
                <a:cs typeface="Segoe UI"/>
              </a:defRPr>
            </a:lvl7pPr>
            <a:lvl8pPr algn="l">
              <a:defRPr sz="3600" b="1" i="0">
                <a:solidFill>
                  <a:srgbClr val="153D3B"/>
                </a:solidFill>
                <a:latin typeface="Segoe UI"/>
                <a:ea typeface="Segoe UI"/>
                <a:cs typeface="Segoe UI"/>
              </a:defRPr>
            </a:lvl8pPr>
            <a:lvl9pPr algn="l">
              <a:defRPr sz="3600" b="1" i="0">
                <a:solidFill>
                  <a:srgbClr val="153D3B"/>
                </a:solidFill>
                <a:latin typeface="Segoe UI"/>
                <a:ea typeface="Segoe UI"/>
                <a:cs typeface="Segoe UI"/>
              </a:defRPr>
            </a:lvl9pPr>
          </a:lstStyle>
          <a:p xmlns:a="http://schemas.openxmlformats.org/drawingml/2006/main">
            <a:pPr algn="l">
              <a:lnSpc>
                <a:spcPct val="105000"/>
              </a:lnSpc>
              <a:buNone/>
              <a:defRPr sz="3600" b="1" i="0">
                <a:solidFill>
                  <a:srgbClr val="153D3B"/>
                </a:solidFill>
                <a:latin typeface="Segoe UI"/>
                <a:ea typeface="Segoe UI"/>
                <a:cs typeface="Segoe UI"/>
              </a:defRPr>
            </a:pPr>
            <a:r>
              <a:rPr sz="3600" b="1" i="0">
                <a:solidFill>
                  <a:srgbClr val="153D3B"/>
                </a:solidFill>
                <a:latin typeface="Segoe UI"/>
                <a:ea typeface="Segoe UI"/>
                <a:cs typeface="Segoe UI"/>
              </a:rPr>
              <a:t>Сумма ≤ доступное время</a:t>
            </a:r>
          </a:p>
        </p:txBody>
      </p:sp>
      <p:sp>
        <p:nvSpPr>
          <p:cNvPr id="15" name="1–3 альтернативы с объяснением, дей">
            <a:extLst xmlns:a="http://schemas.openxmlformats.org/drawingml/2006/main">
              <a:ext uri="{FF2B5EF4-FFF2-40B4-BE49-F238E27FC236}">
                <a16:creationId xmlns:a16="http://schemas.microsoft.com/office/drawing/2014/main" id="{44195F4A-5F9F-4162-870F-C0AB0FD4E117}"/>
              </a:ext>
            </a:extLst>
          </p:cNvPr>
          <p:cNvSpPr>
            <a:spLocks xmlns:a="http://schemas.openxmlformats.org/drawingml/2006/main" noGrp="1"/>
          </p:cNvSpPr>
          <p:nvPr/>
        </p:nvSpPr>
        <p:spPr>
          <a:xfrm xmlns:a="http://schemas.openxmlformats.org/drawingml/2006/main">
            <a:off x="609600" y="535305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i="0">
                <a:solidFill>
                  <a:srgbClr val="52716B"/>
                </a:solidFill>
                <a:latin typeface="Segoe UI"/>
                <a:ea typeface="Segoe UI"/>
                <a:cs typeface="Segoe UI"/>
              </a:defRPr>
            </a:defPPr>
            <a:lvl1pPr algn="l">
              <a:defRPr sz="1875" b="0" i="0">
                <a:solidFill>
                  <a:srgbClr val="52716B"/>
                </a:solidFill>
                <a:latin typeface="Segoe UI"/>
                <a:ea typeface="Segoe UI"/>
                <a:cs typeface="Segoe UI"/>
              </a:defRPr>
            </a:lvl1pPr>
            <a:lvl2pPr algn="l">
              <a:defRPr sz="1875" b="0" i="0">
                <a:solidFill>
                  <a:srgbClr val="52716B"/>
                </a:solidFill>
                <a:latin typeface="Segoe UI"/>
                <a:ea typeface="Segoe UI"/>
                <a:cs typeface="Segoe UI"/>
              </a:defRPr>
            </a:lvl2pPr>
            <a:lvl3pPr algn="l">
              <a:defRPr sz="1875" b="0" i="0">
                <a:solidFill>
                  <a:srgbClr val="52716B"/>
                </a:solidFill>
                <a:latin typeface="Segoe UI"/>
                <a:ea typeface="Segoe UI"/>
                <a:cs typeface="Segoe UI"/>
              </a:defRPr>
            </a:lvl3pPr>
            <a:lvl4pPr algn="l">
              <a:defRPr sz="1875" b="0" i="0">
                <a:solidFill>
                  <a:srgbClr val="52716B"/>
                </a:solidFill>
                <a:latin typeface="Segoe UI"/>
                <a:ea typeface="Segoe UI"/>
                <a:cs typeface="Segoe UI"/>
              </a:defRPr>
            </a:lvl4pPr>
            <a:lvl5pPr algn="l">
              <a:defRPr sz="1875" b="0" i="0">
                <a:solidFill>
                  <a:srgbClr val="52716B"/>
                </a:solidFill>
                <a:latin typeface="Segoe UI"/>
                <a:ea typeface="Segoe UI"/>
                <a:cs typeface="Segoe UI"/>
              </a:defRPr>
            </a:lvl5pPr>
            <a:lvl6pPr algn="l">
              <a:defRPr sz="1875" b="0" i="0">
                <a:solidFill>
                  <a:srgbClr val="52716B"/>
                </a:solidFill>
                <a:latin typeface="Segoe UI"/>
                <a:ea typeface="Segoe UI"/>
                <a:cs typeface="Segoe UI"/>
              </a:defRPr>
            </a:lvl6pPr>
            <a:lvl7pPr algn="l">
              <a:defRPr sz="1875" b="0" i="0">
                <a:solidFill>
                  <a:srgbClr val="52716B"/>
                </a:solidFill>
                <a:latin typeface="Segoe UI"/>
                <a:ea typeface="Segoe UI"/>
                <a:cs typeface="Segoe UI"/>
              </a:defRPr>
            </a:lvl7pPr>
            <a:lvl8pPr algn="l">
              <a:defRPr sz="1875" b="0" i="0">
                <a:solidFill>
                  <a:srgbClr val="52716B"/>
                </a:solidFill>
                <a:latin typeface="Segoe UI"/>
                <a:ea typeface="Segoe UI"/>
                <a:cs typeface="Segoe UI"/>
              </a:defRPr>
            </a:lvl8pPr>
            <a:lvl9pPr algn="l">
              <a:defRPr sz="1875" b="0" i="0">
                <a:solidFill>
                  <a:srgbClr val="52716B"/>
                </a:solidFill>
                <a:latin typeface="Segoe UI"/>
                <a:ea typeface="Segoe UI"/>
                <a:cs typeface="Segoe UI"/>
              </a:defRPr>
            </a:lvl9pPr>
          </a:lstStyle>
          <a:p xmlns:a="http://schemas.openxmlformats.org/drawingml/2006/main">
            <a:pPr algn="l">
              <a:lnSpc>
                <a:spcPct val="105000"/>
              </a:lnSpc>
              <a:buNone/>
              <a:defRPr sz="1875" b="0" i="0">
                <a:solidFill>
                  <a:srgbClr val="52716B"/>
                </a:solidFill>
                <a:latin typeface="Segoe UI"/>
                <a:ea typeface="Segoe UI"/>
                <a:cs typeface="Segoe UI"/>
              </a:defRPr>
            </a:pPr>
            <a:r>
              <a:rPr sz="1875" b="0" i="0">
                <a:solidFill>
                  <a:srgbClr val="52716B"/>
                </a:solidFill>
                <a:latin typeface="Segoe UI"/>
                <a:ea typeface="Segoe UI"/>
                <a:cs typeface="Segoe UI"/>
              </a:rPr>
              <a:t>1–3 альтернативы с объяснением, действием и источником.</a:t>
            </a:r>
          </a:p>
          <a:p xmlns:a="http://schemas.openxmlformats.org/drawingml/2006/main">
            <a:pPr algn="l">
              <a:lnSpc>
                <a:spcPct val="105000"/>
              </a:lnSpc>
              <a:buNone/>
              <a:defRPr sz="1875" b="0" i="0">
                <a:solidFill>
                  <a:srgbClr val="52716B"/>
                </a:solidFill>
                <a:latin typeface="Segoe UI"/>
                <a:ea typeface="Segoe UI"/>
                <a:cs typeface="Segoe UI"/>
              </a:defRPr>
            </a:pPr>
            <a:r>
              <a:rPr sz="1875" b="0" i="0">
                <a:solidFill>
                  <a:srgbClr val="52716B"/>
                </a:solidFill>
                <a:latin typeface="Segoe UI"/>
                <a:ea typeface="Segoe UI"/>
                <a:cs typeface="Segoe UI"/>
              </a:rPr>
              <a:t>Оценка времени зависит от допущений и не гарантирует прибытие.</a:t>
            </a:r>
          </a:p>
        </p:txBody>
      </p:sp>
    </p:spTree>
    <p:extLst>
      <p:ext uri="{BB962C8B-B14F-4D97-AF65-F5344CB8AC3E}">
        <p14:creationId xmlns:p14="http://schemas.microsoft.com/office/powerpoint/2010/main" val="2001088248"/>
      </p:ext>
    </p:extLst>
  </p:cSld>
</p:sld>
</file>

<file path=ppt/slides/slide4.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23" name="Совет из городских данных">
            <a:extLst xmlns:a="http://schemas.openxmlformats.org/drawingml/2006/main">
              <a:ext uri="{FF2B5EF4-FFF2-40B4-BE49-F238E27FC236}">
                <a16:creationId xmlns:a16="http://schemas.microsoft.com/office/drawing/2014/main" id="{E13E088B-56F6-47F9-A4DD-BF8096A4D314}"/>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Совет из городских данных</a:t>
            </a:r>
          </a:p>
        </p:txBody>
      </p:sp>
      <p:sp>
        <p:nvSpPr>
          <p:cNvPr id="2" name="Проектная схема RAG: поиск, проверк">
            <a:extLst xmlns:a="http://schemas.openxmlformats.org/drawingml/2006/main">
              <a:ext uri="{FF2B5EF4-FFF2-40B4-BE49-F238E27FC236}">
                <a16:creationId xmlns:a16="http://schemas.microsoft.com/office/drawing/2014/main" id="{61659056-C7C0-46B6-8F99-C53851B498B7}"/>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Проектная схема RAG: поиск, проверка ограничений, объяснение</a:t>
            </a:r>
          </a:p>
        </p:txBody>
      </p:sp>
      <p:sp>
        <p:nvSpPr>
          <p:cNvPr id="3" name="">
            <a:extLst xmlns:a="http://schemas.openxmlformats.org/drawingml/2006/main">
              <a:ext uri="{FF2B5EF4-FFF2-40B4-BE49-F238E27FC236}">
                <a16:creationId xmlns:a16="http://schemas.microsoft.com/office/drawing/2014/main" id="{4D742334-FFBA-4F26-9B2D-7A4757747FD7}"/>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5F1B5962-4CBC-4A6B-B580-15DBFB8861EF}"/>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4">
            <a:extLst xmlns:a="http://schemas.openxmlformats.org/drawingml/2006/main">
              <a:ext uri="{FF2B5EF4-FFF2-40B4-BE49-F238E27FC236}">
                <a16:creationId xmlns:a16="http://schemas.microsoft.com/office/drawing/2014/main" id="{C9EC8B24-C39B-452A-9214-B5FC26C249F6}"/>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04</a:t>
            </a:r>
          </a:p>
        </p:txBody>
      </p:sp>
      <p:sp>
        <p:nvSpPr>
          <p:cNvPr id="6" name="01">
            <a:extLst xmlns:a="http://schemas.openxmlformats.org/drawingml/2006/main">
              <a:ext uri="{FF2B5EF4-FFF2-40B4-BE49-F238E27FC236}">
                <a16:creationId xmlns:a16="http://schemas.microsoft.com/office/drawing/2014/main" id="{691C53F1-8EAF-40B8-8877-C77DACC591A1}"/>
              </a:ext>
            </a:extLst>
          </p:cNvPr>
          <p:cNvSpPr>
            <a:spLocks xmlns:a="http://schemas.openxmlformats.org/drawingml/2006/main" noGrp="1"/>
          </p:cNvSpPr>
          <p:nvPr/>
        </p:nvSpPr>
        <p:spPr>
          <a:xfrm xmlns:a="http://schemas.openxmlformats.org/drawingml/2006/main">
            <a:off x="609600" y="25241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D8B82"/>
                </a:solidFill>
                <a:latin typeface="Segoe UI"/>
                <a:ea typeface="Segoe UI"/>
                <a:cs typeface="Segoe UI"/>
              </a:defRPr>
            </a:defPPr>
            <a:lvl1pPr algn="l">
              <a:defRPr sz="3375" b="1" i="0">
                <a:solidFill>
                  <a:srgbClr val="1D8B82"/>
                </a:solidFill>
                <a:latin typeface="Segoe UI"/>
                <a:ea typeface="Segoe UI"/>
                <a:cs typeface="Segoe UI"/>
              </a:defRPr>
            </a:lvl1pPr>
            <a:lvl2pPr algn="l">
              <a:defRPr sz="3375" b="1" i="0">
                <a:solidFill>
                  <a:srgbClr val="1D8B82"/>
                </a:solidFill>
                <a:latin typeface="Segoe UI"/>
                <a:ea typeface="Segoe UI"/>
                <a:cs typeface="Segoe UI"/>
              </a:defRPr>
            </a:lvl2pPr>
            <a:lvl3pPr algn="l">
              <a:defRPr sz="3375" b="1" i="0">
                <a:solidFill>
                  <a:srgbClr val="1D8B82"/>
                </a:solidFill>
                <a:latin typeface="Segoe UI"/>
                <a:ea typeface="Segoe UI"/>
                <a:cs typeface="Segoe UI"/>
              </a:defRPr>
            </a:lvl3pPr>
            <a:lvl4pPr algn="l">
              <a:defRPr sz="3375" b="1" i="0">
                <a:solidFill>
                  <a:srgbClr val="1D8B82"/>
                </a:solidFill>
                <a:latin typeface="Segoe UI"/>
                <a:ea typeface="Segoe UI"/>
                <a:cs typeface="Segoe UI"/>
              </a:defRPr>
            </a:lvl4pPr>
            <a:lvl5pPr algn="l">
              <a:defRPr sz="3375" b="1" i="0">
                <a:solidFill>
                  <a:srgbClr val="1D8B82"/>
                </a:solidFill>
                <a:latin typeface="Segoe UI"/>
                <a:ea typeface="Segoe UI"/>
                <a:cs typeface="Segoe UI"/>
              </a:defRPr>
            </a:lvl5pPr>
            <a:lvl6pPr algn="l">
              <a:defRPr sz="3375" b="1" i="0">
                <a:solidFill>
                  <a:srgbClr val="1D8B82"/>
                </a:solidFill>
                <a:latin typeface="Segoe UI"/>
                <a:ea typeface="Segoe UI"/>
                <a:cs typeface="Segoe UI"/>
              </a:defRPr>
            </a:lvl6pPr>
            <a:lvl7pPr algn="l">
              <a:defRPr sz="3375" b="1" i="0">
                <a:solidFill>
                  <a:srgbClr val="1D8B82"/>
                </a:solidFill>
                <a:latin typeface="Segoe UI"/>
                <a:ea typeface="Segoe UI"/>
                <a:cs typeface="Segoe UI"/>
              </a:defRPr>
            </a:lvl7pPr>
            <a:lvl8pPr algn="l">
              <a:defRPr sz="3375" b="1" i="0">
                <a:solidFill>
                  <a:srgbClr val="1D8B82"/>
                </a:solidFill>
                <a:latin typeface="Segoe UI"/>
                <a:ea typeface="Segoe UI"/>
                <a:cs typeface="Segoe UI"/>
              </a:defRPr>
            </a:lvl8pPr>
            <a:lvl9pPr algn="l">
              <a:defRPr sz="3375" b="1" i="0">
                <a:solidFill>
                  <a:srgbClr val="1D8B82"/>
                </a:solidFill>
                <a:latin typeface="Segoe UI"/>
                <a:ea typeface="Segoe UI"/>
                <a:cs typeface="Segoe UI"/>
              </a:defRPr>
            </a:lvl9pPr>
          </a:lstStyle>
          <a:p xmlns:a="http://schemas.openxmlformats.org/drawingml/2006/main">
            <a:pPr algn="l">
              <a:lnSpc>
                <a:spcPct val="105000"/>
              </a:lnSpc>
              <a:buNone/>
              <a:defRPr sz="3375" b="1" i="0">
                <a:solidFill>
                  <a:srgbClr val="1D8B82"/>
                </a:solidFill>
                <a:latin typeface="Segoe UI"/>
                <a:ea typeface="Segoe UI"/>
                <a:cs typeface="Segoe UI"/>
              </a:defRPr>
            </a:pPr>
            <a:r>
              <a:rPr sz="3375" b="1" i="0">
                <a:solidFill>
                  <a:srgbClr val="1D8B82"/>
                </a:solidFill>
                <a:latin typeface="Segoe UI"/>
                <a:ea typeface="Segoe UI"/>
                <a:cs typeface="Segoe UI"/>
              </a:rPr>
              <a:t>01</a:t>
            </a:r>
          </a:p>
        </p:txBody>
      </p:sp>
      <p:sp>
        <p:nvSpPr>
          <p:cNvPr id="7" name="">
            <a:extLst xmlns:a="http://schemas.openxmlformats.org/drawingml/2006/main">
              <a:ext uri="{FF2B5EF4-FFF2-40B4-BE49-F238E27FC236}">
                <a16:creationId xmlns:a16="http://schemas.microsoft.com/office/drawing/2014/main" id="{E214576E-0FF0-451C-B113-996068BEE42C}"/>
              </a:ext>
            </a:extLst>
          </p:cNvPr>
          <p:cNvSpPr>
            <a:spLocks xmlns:a="http://schemas.openxmlformats.org/drawingml/2006/main" noGrp="1"/>
          </p:cNvSpPr>
          <p:nvPr/>
        </p:nvSpPr>
        <p:spPr>
          <a:xfrm xmlns:a="http://schemas.openxmlformats.org/drawingml/2006/main">
            <a:off x="609600" y="3200400"/>
            <a:ext cx="2476500" cy="953"/>
          </a:xfrm>
          <a:custGeom xmlns:a="http://schemas.openxmlformats.org/drawingml/2006/main">
            <a:pathLst>
              <a:path w="2476500" h="953">
                <a:moveTo>
                  <a:pt x="0" y="0"/>
                </a:moveTo>
                <a:lnTo>
                  <a:pt x="2476500" y="953"/>
                </a:lnTo>
              </a:path>
            </a:pathLst>
          </a:custGeom>
          <a:noFill xmlns:a="http://schemas.openxmlformats.org/drawingml/2006/main"/>
          <a:ln xmlns:a="http://schemas.openxmlformats.org/drawingml/2006/main" w="28575">
            <a:solidFill>
              <a:srgbClr val="1D8B82"/>
            </a:solidFill>
            <a:prstDash val="solid"/>
          </a:ln>
        </p:spPr>
      </p:sp>
      <p:sp>
        <p:nvSpPr>
          <p:cNvPr id="8" name="OSM">
            <a:extLst xmlns:a="http://schemas.openxmlformats.org/drawingml/2006/main">
              <a:ext uri="{FF2B5EF4-FFF2-40B4-BE49-F238E27FC236}">
                <a16:creationId xmlns:a16="http://schemas.microsoft.com/office/drawing/2014/main" id="{4CCB6D05-E081-42C4-90D1-ADC685B1E75D}"/>
              </a:ext>
            </a:extLst>
          </p:cNvPr>
          <p:cNvSpPr>
            <a:spLocks xmlns:a="http://schemas.openxmlformats.org/drawingml/2006/main" noGrp="1"/>
          </p:cNvSpPr>
          <p:nvPr/>
        </p:nvSpPr>
        <p:spPr>
          <a:xfrm xmlns:a="http://schemas.openxmlformats.org/drawingml/2006/main">
            <a:off x="609600" y="3486150"/>
            <a:ext cx="2514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153D3B"/>
                </a:solidFill>
                <a:latin typeface="Segoe UI"/>
                <a:ea typeface="Segoe UI"/>
                <a:cs typeface="Segoe UI"/>
              </a:defRPr>
            </a:defPPr>
            <a:lvl1pPr algn="l">
              <a:defRPr sz="2400" b="1" i="0">
                <a:solidFill>
                  <a:srgbClr val="153D3B"/>
                </a:solidFill>
                <a:latin typeface="Segoe UI"/>
                <a:ea typeface="Segoe UI"/>
                <a:cs typeface="Segoe UI"/>
              </a:defRPr>
            </a:lvl1pPr>
            <a:lvl2pPr algn="l">
              <a:defRPr sz="2400" b="1" i="0">
                <a:solidFill>
                  <a:srgbClr val="153D3B"/>
                </a:solidFill>
                <a:latin typeface="Segoe UI"/>
                <a:ea typeface="Segoe UI"/>
                <a:cs typeface="Segoe UI"/>
              </a:defRPr>
            </a:lvl2pPr>
            <a:lvl3pPr algn="l">
              <a:defRPr sz="2400" b="1" i="0">
                <a:solidFill>
                  <a:srgbClr val="153D3B"/>
                </a:solidFill>
                <a:latin typeface="Segoe UI"/>
                <a:ea typeface="Segoe UI"/>
                <a:cs typeface="Segoe UI"/>
              </a:defRPr>
            </a:lvl3pPr>
            <a:lvl4pPr algn="l">
              <a:defRPr sz="2400" b="1" i="0">
                <a:solidFill>
                  <a:srgbClr val="153D3B"/>
                </a:solidFill>
                <a:latin typeface="Segoe UI"/>
                <a:ea typeface="Segoe UI"/>
                <a:cs typeface="Segoe UI"/>
              </a:defRPr>
            </a:lvl4pPr>
            <a:lvl5pPr algn="l">
              <a:defRPr sz="2400" b="1" i="0">
                <a:solidFill>
                  <a:srgbClr val="153D3B"/>
                </a:solidFill>
                <a:latin typeface="Segoe UI"/>
                <a:ea typeface="Segoe UI"/>
                <a:cs typeface="Segoe UI"/>
              </a:defRPr>
            </a:lvl5pPr>
            <a:lvl6pPr algn="l">
              <a:defRPr sz="2400" b="1" i="0">
                <a:solidFill>
                  <a:srgbClr val="153D3B"/>
                </a:solidFill>
                <a:latin typeface="Segoe UI"/>
                <a:ea typeface="Segoe UI"/>
                <a:cs typeface="Segoe UI"/>
              </a:defRPr>
            </a:lvl6pPr>
            <a:lvl7pPr algn="l">
              <a:defRPr sz="2400" b="1" i="0">
                <a:solidFill>
                  <a:srgbClr val="153D3B"/>
                </a:solidFill>
                <a:latin typeface="Segoe UI"/>
                <a:ea typeface="Segoe UI"/>
                <a:cs typeface="Segoe UI"/>
              </a:defRPr>
            </a:lvl7pPr>
            <a:lvl8pPr algn="l">
              <a:defRPr sz="2400" b="1" i="0">
                <a:solidFill>
                  <a:srgbClr val="153D3B"/>
                </a:solidFill>
                <a:latin typeface="Segoe UI"/>
                <a:ea typeface="Segoe UI"/>
                <a:cs typeface="Segoe UI"/>
              </a:defRPr>
            </a:lvl8pPr>
            <a:lvl9pPr algn="l">
              <a:defRPr sz="2400" b="1" i="0">
                <a:solidFill>
                  <a:srgbClr val="153D3B"/>
                </a:solidFill>
                <a:latin typeface="Segoe UI"/>
                <a:ea typeface="Segoe UI"/>
                <a:cs typeface="Segoe UI"/>
              </a:defRPr>
            </a:lvl9pPr>
          </a:lstStyle>
          <a:p xmlns:a="http://schemas.openxmlformats.org/drawingml/2006/main">
            <a:pPr algn="l">
              <a:lnSpc>
                <a:spcPct val="105000"/>
              </a:lnSpc>
              <a:buNone/>
              <a:defRPr sz="2400" b="1" i="0">
                <a:solidFill>
                  <a:srgbClr val="153D3B"/>
                </a:solidFill>
                <a:latin typeface="Segoe UI"/>
                <a:ea typeface="Segoe UI"/>
                <a:cs typeface="Segoe UI"/>
              </a:defRPr>
            </a:pPr>
            <a:r>
              <a:rPr sz="2400" b="1" i="0">
                <a:solidFill>
                  <a:srgbClr val="153D3B"/>
                </a:solidFill>
                <a:latin typeface="Segoe UI"/>
                <a:ea typeface="Segoe UI"/>
                <a:cs typeface="Segoe UI"/>
              </a:rPr>
              <a:t>OSM</a:t>
            </a:r>
          </a:p>
        </p:txBody>
      </p:sp>
      <p:sp>
        <p:nvSpPr>
          <p:cNvPr id="9" name="Автоматический сбор&#10;точек интереса ">
            <a:extLst xmlns:a="http://schemas.openxmlformats.org/drawingml/2006/main">
              <a:ext uri="{FF2B5EF4-FFF2-40B4-BE49-F238E27FC236}">
                <a16:creationId xmlns:a16="http://schemas.microsoft.com/office/drawing/2014/main" id="{A436BED6-F0F6-472C-A067-BD2942A5E4B3}"/>
              </a:ext>
            </a:extLst>
          </p:cNvPr>
          <p:cNvSpPr>
            <a:spLocks xmlns:a="http://schemas.openxmlformats.org/drawingml/2006/main" noGrp="1"/>
          </p:cNvSpPr>
          <p:nvPr/>
        </p:nvSpPr>
        <p:spPr>
          <a:xfrm xmlns:a="http://schemas.openxmlformats.org/drawingml/2006/main">
            <a:off x="609600" y="4191000"/>
            <a:ext cx="251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Автоматический сбор</a:t>
            </a:r>
          </a:p>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точек интереса Астаны</a:t>
            </a:r>
          </a:p>
        </p:txBody>
      </p:sp>
      <p:sp>
        <p:nvSpPr>
          <p:cNvPr id="10" name="02">
            <a:extLst xmlns:a="http://schemas.openxmlformats.org/drawingml/2006/main">
              <a:ext uri="{FF2B5EF4-FFF2-40B4-BE49-F238E27FC236}">
                <a16:creationId xmlns:a16="http://schemas.microsoft.com/office/drawing/2014/main" id="{03193D8B-565C-435D-A16F-6665B69E61F4}"/>
              </a:ext>
            </a:extLst>
          </p:cNvPr>
          <p:cNvSpPr>
            <a:spLocks xmlns:a="http://schemas.openxmlformats.org/drawingml/2006/main" noGrp="1"/>
          </p:cNvSpPr>
          <p:nvPr/>
        </p:nvSpPr>
        <p:spPr>
          <a:xfrm xmlns:a="http://schemas.openxmlformats.org/drawingml/2006/main">
            <a:off x="3409950" y="25241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D8B82"/>
                </a:solidFill>
                <a:latin typeface="Segoe UI"/>
                <a:ea typeface="Segoe UI"/>
                <a:cs typeface="Segoe UI"/>
              </a:defRPr>
            </a:defPPr>
            <a:lvl1pPr algn="l">
              <a:defRPr sz="3375" b="1" i="0">
                <a:solidFill>
                  <a:srgbClr val="1D8B82"/>
                </a:solidFill>
                <a:latin typeface="Segoe UI"/>
                <a:ea typeface="Segoe UI"/>
                <a:cs typeface="Segoe UI"/>
              </a:defRPr>
            </a:lvl1pPr>
            <a:lvl2pPr algn="l">
              <a:defRPr sz="3375" b="1" i="0">
                <a:solidFill>
                  <a:srgbClr val="1D8B82"/>
                </a:solidFill>
                <a:latin typeface="Segoe UI"/>
                <a:ea typeface="Segoe UI"/>
                <a:cs typeface="Segoe UI"/>
              </a:defRPr>
            </a:lvl2pPr>
            <a:lvl3pPr algn="l">
              <a:defRPr sz="3375" b="1" i="0">
                <a:solidFill>
                  <a:srgbClr val="1D8B82"/>
                </a:solidFill>
                <a:latin typeface="Segoe UI"/>
                <a:ea typeface="Segoe UI"/>
                <a:cs typeface="Segoe UI"/>
              </a:defRPr>
            </a:lvl3pPr>
            <a:lvl4pPr algn="l">
              <a:defRPr sz="3375" b="1" i="0">
                <a:solidFill>
                  <a:srgbClr val="1D8B82"/>
                </a:solidFill>
                <a:latin typeface="Segoe UI"/>
                <a:ea typeface="Segoe UI"/>
                <a:cs typeface="Segoe UI"/>
              </a:defRPr>
            </a:lvl4pPr>
            <a:lvl5pPr algn="l">
              <a:defRPr sz="3375" b="1" i="0">
                <a:solidFill>
                  <a:srgbClr val="1D8B82"/>
                </a:solidFill>
                <a:latin typeface="Segoe UI"/>
                <a:ea typeface="Segoe UI"/>
                <a:cs typeface="Segoe UI"/>
              </a:defRPr>
            </a:lvl5pPr>
            <a:lvl6pPr algn="l">
              <a:defRPr sz="3375" b="1" i="0">
                <a:solidFill>
                  <a:srgbClr val="1D8B82"/>
                </a:solidFill>
                <a:latin typeface="Segoe UI"/>
                <a:ea typeface="Segoe UI"/>
                <a:cs typeface="Segoe UI"/>
              </a:defRPr>
            </a:lvl6pPr>
            <a:lvl7pPr algn="l">
              <a:defRPr sz="3375" b="1" i="0">
                <a:solidFill>
                  <a:srgbClr val="1D8B82"/>
                </a:solidFill>
                <a:latin typeface="Segoe UI"/>
                <a:ea typeface="Segoe UI"/>
                <a:cs typeface="Segoe UI"/>
              </a:defRPr>
            </a:lvl7pPr>
            <a:lvl8pPr algn="l">
              <a:defRPr sz="3375" b="1" i="0">
                <a:solidFill>
                  <a:srgbClr val="1D8B82"/>
                </a:solidFill>
                <a:latin typeface="Segoe UI"/>
                <a:ea typeface="Segoe UI"/>
                <a:cs typeface="Segoe UI"/>
              </a:defRPr>
            </a:lvl8pPr>
            <a:lvl9pPr algn="l">
              <a:defRPr sz="3375" b="1" i="0">
                <a:solidFill>
                  <a:srgbClr val="1D8B82"/>
                </a:solidFill>
                <a:latin typeface="Segoe UI"/>
                <a:ea typeface="Segoe UI"/>
                <a:cs typeface="Segoe UI"/>
              </a:defRPr>
            </a:lvl9pPr>
          </a:lstStyle>
          <a:p xmlns:a="http://schemas.openxmlformats.org/drawingml/2006/main">
            <a:pPr algn="l">
              <a:lnSpc>
                <a:spcPct val="105000"/>
              </a:lnSpc>
              <a:buNone/>
              <a:defRPr sz="3375" b="1" i="0">
                <a:solidFill>
                  <a:srgbClr val="1D8B82"/>
                </a:solidFill>
                <a:latin typeface="Segoe UI"/>
                <a:ea typeface="Segoe UI"/>
                <a:cs typeface="Segoe UI"/>
              </a:defRPr>
            </a:pPr>
            <a:r>
              <a:rPr sz="3375" b="1" i="0">
                <a:solidFill>
                  <a:srgbClr val="1D8B82"/>
                </a:solidFill>
                <a:latin typeface="Segoe UI"/>
                <a:ea typeface="Segoe UI"/>
                <a:cs typeface="Segoe UI"/>
              </a:rPr>
              <a:t>02</a:t>
            </a:r>
          </a:p>
        </p:txBody>
      </p:sp>
      <p:sp>
        <p:nvSpPr>
          <p:cNvPr id="11" name="">
            <a:extLst xmlns:a="http://schemas.openxmlformats.org/drawingml/2006/main">
              <a:ext uri="{FF2B5EF4-FFF2-40B4-BE49-F238E27FC236}">
                <a16:creationId xmlns:a16="http://schemas.microsoft.com/office/drawing/2014/main" id="{CD201286-5703-4CB8-B75D-F4BDEA88F73F}"/>
              </a:ext>
            </a:extLst>
          </p:cNvPr>
          <p:cNvSpPr>
            <a:spLocks xmlns:a="http://schemas.openxmlformats.org/drawingml/2006/main" noGrp="1"/>
          </p:cNvSpPr>
          <p:nvPr/>
        </p:nvSpPr>
        <p:spPr>
          <a:xfrm xmlns:a="http://schemas.openxmlformats.org/drawingml/2006/main">
            <a:off x="3409950" y="3200400"/>
            <a:ext cx="2476500" cy="953"/>
          </a:xfrm>
          <a:custGeom xmlns:a="http://schemas.openxmlformats.org/drawingml/2006/main">
            <a:pathLst>
              <a:path w="2476500" h="953">
                <a:moveTo>
                  <a:pt x="0" y="0"/>
                </a:moveTo>
                <a:lnTo>
                  <a:pt x="2476500" y="953"/>
                </a:lnTo>
              </a:path>
            </a:pathLst>
          </a:custGeom>
          <a:noFill xmlns:a="http://schemas.openxmlformats.org/drawingml/2006/main"/>
          <a:ln xmlns:a="http://schemas.openxmlformats.org/drawingml/2006/main" w="28575">
            <a:solidFill>
              <a:srgbClr val="1D8B82"/>
            </a:solidFill>
            <a:prstDash val="solid"/>
          </a:ln>
        </p:spPr>
      </p:sp>
      <p:sp>
        <p:nvSpPr>
          <p:cNvPr id="12" name="Поиск">
            <a:extLst xmlns:a="http://schemas.openxmlformats.org/drawingml/2006/main">
              <a:ext uri="{FF2B5EF4-FFF2-40B4-BE49-F238E27FC236}">
                <a16:creationId xmlns:a16="http://schemas.microsoft.com/office/drawing/2014/main" id="{A066E090-10D0-4BBF-A49E-9054AA2A874F}"/>
              </a:ext>
            </a:extLst>
          </p:cNvPr>
          <p:cNvSpPr>
            <a:spLocks xmlns:a="http://schemas.openxmlformats.org/drawingml/2006/main" noGrp="1"/>
          </p:cNvSpPr>
          <p:nvPr/>
        </p:nvSpPr>
        <p:spPr>
          <a:xfrm xmlns:a="http://schemas.openxmlformats.org/drawingml/2006/main">
            <a:off x="3409950" y="3486150"/>
            <a:ext cx="2514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153D3B"/>
                </a:solidFill>
                <a:latin typeface="Segoe UI"/>
                <a:ea typeface="Segoe UI"/>
                <a:cs typeface="Segoe UI"/>
              </a:defRPr>
            </a:defPPr>
            <a:lvl1pPr algn="l">
              <a:defRPr sz="2400" b="1" i="0">
                <a:solidFill>
                  <a:srgbClr val="153D3B"/>
                </a:solidFill>
                <a:latin typeface="Segoe UI"/>
                <a:ea typeface="Segoe UI"/>
                <a:cs typeface="Segoe UI"/>
              </a:defRPr>
            </a:lvl1pPr>
            <a:lvl2pPr algn="l">
              <a:defRPr sz="2400" b="1" i="0">
                <a:solidFill>
                  <a:srgbClr val="153D3B"/>
                </a:solidFill>
                <a:latin typeface="Segoe UI"/>
                <a:ea typeface="Segoe UI"/>
                <a:cs typeface="Segoe UI"/>
              </a:defRPr>
            </a:lvl2pPr>
            <a:lvl3pPr algn="l">
              <a:defRPr sz="2400" b="1" i="0">
                <a:solidFill>
                  <a:srgbClr val="153D3B"/>
                </a:solidFill>
                <a:latin typeface="Segoe UI"/>
                <a:ea typeface="Segoe UI"/>
                <a:cs typeface="Segoe UI"/>
              </a:defRPr>
            </a:lvl3pPr>
            <a:lvl4pPr algn="l">
              <a:defRPr sz="2400" b="1" i="0">
                <a:solidFill>
                  <a:srgbClr val="153D3B"/>
                </a:solidFill>
                <a:latin typeface="Segoe UI"/>
                <a:ea typeface="Segoe UI"/>
                <a:cs typeface="Segoe UI"/>
              </a:defRPr>
            </a:lvl4pPr>
            <a:lvl5pPr algn="l">
              <a:defRPr sz="2400" b="1" i="0">
                <a:solidFill>
                  <a:srgbClr val="153D3B"/>
                </a:solidFill>
                <a:latin typeface="Segoe UI"/>
                <a:ea typeface="Segoe UI"/>
                <a:cs typeface="Segoe UI"/>
              </a:defRPr>
            </a:lvl5pPr>
            <a:lvl6pPr algn="l">
              <a:defRPr sz="2400" b="1" i="0">
                <a:solidFill>
                  <a:srgbClr val="153D3B"/>
                </a:solidFill>
                <a:latin typeface="Segoe UI"/>
                <a:ea typeface="Segoe UI"/>
                <a:cs typeface="Segoe UI"/>
              </a:defRPr>
            </a:lvl6pPr>
            <a:lvl7pPr algn="l">
              <a:defRPr sz="2400" b="1" i="0">
                <a:solidFill>
                  <a:srgbClr val="153D3B"/>
                </a:solidFill>
                <a:latin typeface="Segoe UI"/>
                <a:ea typeface="Segoe UI"/>
                <a:cs typeface="Segoe UI"/>
              </a:defRPr>
            </a:lvl7pPr>
            <a:lvl8pPr algn="l">
              <a:defRPr sz="2400" b="1" i="0">
                <a:solidFill>
                  <a:srgbClr val="153D3B"/>
                </a:solidFill>
                <a:latin typeface="Segoe UI"/>
                <a:ea typeface="Segoe UI"/>
                <a:cs typeface="Segoe UI"/>
              </a:defRPr>
            </a:lvl8pPr>
            <a:lvl9pPr algn="l">
              <a:defRPr sz="2400" b="1" i="0">
                <a:solidFill>
                  <a:srgbClr val="153D3B"/>
                </a:solidFill>
                <a:latin typeface="Segoe UI"/>
                <a:ea typeface="Segoe UI"/>
                <a:cs typeface="Segoe UI"/>
              </a:defRPr>
            </a:lvl9pPr>
          </a:lstStyle>
          <a:p xmlns:a="http://schemas.openxmlformats.org/drawingml/2006/main">
            <a:pPr algn="l">
              <a:lnSpc>
                <a:spcPct val="105000"/>
              </a:lnSpc>
              <a:buNone/>
              <a:defRPr sz="2400" b="1" i="0">
                <a:solidFill>
                  <a:srgbClr val="153D3B"/>
                </a:solidFill>
                <a:latin typeface="Segoe UI"/>
                <a:ea typeface="Segoe UI"/>
                <a:cs typeface="Segoe UI"/>
              </a:defRPr>
            </a:pPr>
            <a:r>
              <a:rPr sz="2400" b="1" i="0">
                <a:solidFill>
                  <a:srgbClr val="153D3B"/>
                </a:solidFill>
                <a:latin typeface="Segoe UI"/>
                <a:ea typeface="Segoe UI"/>
                <a:cs typeface="Segoe UI"/>
              </a:rPr>
              <a:t>Поиск</a:t>
            </a:r>
          </a:p>
        </p:txBody>
      </p:sp>
      <p:sp>
        <p:nvSpPr>
          <p:cNvPr id="13" name="Релевантные места&#10;по запросу и лока">
            <a:extLst xmlns:a="http://schemas.openxmlformats.org/drawingml/2006/main">
              <a:ext uri="{FF2B5EF4-FFF2-40B4-BE49-F238E27FC236}">
                <a16:creationId xmlns:a16="http://schemas.microsoft.com/office/drawing/2014/main" id="{FD0F2656-52F2-402E-9174-9B5A24259F50}"/>
              </a:ext>
            </a:extLst>
          </p:cNvPr>
          <p:cNvSpPr>
            <a:spLocks xmlns:a="http://schemas.openxmlformats.org/drawingml/2006/main" noGrp="1"/>
          </p:cNvSpPr>
          <p:nvPr/>
        </p:nvSpPr>
        <p:spPr>
          <a:xfrm xmlns:a="http://schemas.openxmlformats.org/drawingml/2006/main">
            <a:off x="3409950" y="4191000"/>
            <a:ext cx="251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Релевантные места</a:t>
            </a:r>
          </a:p>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по запросу и локации</a:t>
            </a:r>
          </a:p>
        </p:txBody>
      </p:sp>
      <p:sp>
        <p:nvSpPr>
          <p:cNvPr id="14" name="03">
            <a:extLst xmlns:a="http://schemas.openxmlformats.org/drawingml/2006/main">
              <a:ext uri="{FF2B5EF4-FFF2-40B4-BE49-F238E27FC236}">
                <a16:creationId xmlns:a16="http://schemas.microsoft.com/office/drawing/2014/main" id="{24F3B9B8-685A-400D-8996-573827801186}"/>
              </a:ext>
            </a:extLst>
          </p:cNvPr>
          <p:cNvSpPr>
            <a:spLocks xmlns:a="http://schemas.openxmlformats.org/drawingml/2006/main" noGrp="1"/>
          </p:cNvSpPr>
          <p:nvPr/>
        </p:nvSpPr>
        <p:spPr>
          <a:xfrm xmlns:a="http://schemas.openxmlformats.org/drawingml/2006/main">
            <a:off x="6210300" y="25241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D8B82"/>
                </a:solidFill>
                <a:latin typeface="Segoe UI"/>
                <a:ea typeface="Segoe UI"/>
                <a:cs typeface="Segoe UI"/>
              </a:defRPr>
            </a:defPPr>
            <a:lvl1pPr algn="l">
              <a:defRPr sz="3375" b="1" i="0">
                <a:solidFill>
                  <a:srgbClr val="1D8B82"/>
                </a:solidFill>
                <a:latin typeface="Segoe UI"/>
                <a:ea typeface="Segoe UI"/>
                <a:cs typeface="Segoe UI"/>
              </a:defRPr>
            </a:lvl1pPr>
            <a:lvl2pPr algn="l">
              <a:defRPr sz="3375" b="1" i="0">
                <a:solidFill>
                  <a:srgbClr val="1D8B82"/>
                </a:solidFill>
                <a:latin typeface="Segoe UI"/>
                <a:ea typeface="Segoe UI"/>
                <a:cs typeface="Segoe UI"/>
              </a:defRPr>
            </a:lvl2pPr>
            <a:lvl3pPr algn="l">
              <a:defRPr sz="3375" b="1" i="0">
                <a:solidFill>
                  <a:srgbClr val="1D8B82"/>
                </a:solidFill>
                <a:latin typeface="Segoe UI"/>
                <a:ea typeface="Segoe UI"/>
                <a:cs typeface="Segoe UI"/>
              </a:defRPr>
            </a:lvl3pPr>
            <a:lvl4pPr algn="l">
              <a:defRPr sz="3375" b="1" i="0">
                <a:solidFill>
                  <a:srgbClr val="1D8B82"/>
                </a:solidFill>
                <a:latin typeface="Segoe UI"/>
                <a:ea typeface="Segoe UI"/>
                <a:cs typeface="Segoe UI"/>
              </a:defRPr>
            </a:lvl4pPr>
            <a:lvl5pPr algn="l">
              <a:defRPr sz="3375" b="1" i="0">
                <a:solidFill>
                  <a:srgbClr val="1D8B82"/>
                </a:solidFill>
                <a:latin typeface="Segoe UI"/>
                <a:ea typeface="Segoe UI"/>
                <a:cs typeface="Segoe UI"/>
              </a:defRPr>
            </a:lvl5pPr>
            <a:lvl6pPr algn="l">
              <a:defRPr sz="3375" b="1" i="0">
                <a:solidFill>
                  <a:srgbClr val="1D8B82"/>
                </a:solidFill>
                <a:latin typeface="Segoe UI"/>
                <a:ea typeface="Segoe UI"/>
                <a:cs typeface="Segoe UI"/>
              </a:defRPr>
            </a:lvl6pPr>
            <a:lvl7pPr algn="l">
              <a:defRPr sz="3375" b="1" i="0">
                <a:solidFill>
                  <a:srgbClr val="1D8B82"/>
                </a:solidFill>
                <a:latin typeface="Segoe UI"/>
                <a:ea typeface="Segoe UI"/>
                <a:cs typeface="Segoe UI"/>
              </a:defRPr>
            </a:lvl7pPr>
            <a:lvl8pPr algn="l">
              <a:defRPr sz="3375" b="1" i="0">
                <a:solidFill>
                  <a:srgbClr val="1D8B82"/>
                </a:solidFill>
                <a:latin typeface="Segoe UI"/>
                <a:ea typeface="Segoe UI"/>
                <a:cs typeface="Segoe UI"/>
              </a:defRPr>
            </a:lvl8pPr>
            <a:lvl9pPr algn="l">
              <a:defRPr sz="3375" b="1" i="0">
                <a:solidFill>
                  <a:srgbClr val="1D8B82"/>
                </a:solidFill>
                <a:latin typeface="Segoe UI"/>
                <a:ea typeface="Segoe UI"/>
                <a:cs typeface="Segoe UI"/>
              </a:defRPr>
            </a:lvl9pPr>
          </a:lstStyle>
          <a:p xmlns:a="http://schemas.openxmlformats.org/drawingml/2006/main">
            <a:pPr algn="l">
              <a:lnSpc>
                <a:spcPct val="105000"/>
              </a:lnSpc>
              <a:buNone/>
              <a:defRPr sz="3375" b="1" i="0">
                <a:solidFill>
                  <a:srgbClr val="1D8B82"/>
                </a:solidFill>
                <a:latin typeface="Segoe UI"/>
                <a:ea typeface="Segoe UI"/>
                <a:cs typeface="Segoe UI"/>
              </a:defRPr>
            </a:pPr>
            <a:r>
              <a:rPr sz="3375" b="1" i="0">
                <a:solidFill>
                  <a:srgbClr val="1D8B82"/>
                </a:solidFill>
                <a:latin typeface="Segoe UI"/>
                <a:ea typeface="Segoe UI"/>
                <a:cs typeface="Segoe UI"/>
              </a:rPr>
              <a:t>03</a:t>
            </a:r>
          </a:p>
        </p:txBody>
      </p:sp>
      <p:sp>
        <p:nvSpPr>
          <p:cNvPr id="15" name="">
            <a:extLst xmlns:a="http://schemas.openxmlformats.org/drawingml/2006/main">
              <a:ext uri="{FF2B5EF4-FFF2-40B4-BE49-F238E27FC236}">
                <a16:creationId xmlns:a16="http://schemas.microsoft.com/office/drawing/2014/main" id="{BB16C940-17D4-4565-A073-85B35D853F59}"/>
              </a:ext>
            </a:extLst>
          </p:cNvPr>
          <p:cNvSpPr>
            <a:spLocks xmlns:a="http://schemas.openxmlformats.org/drawingml/2006/main" noGrp="1"/>
          </p:cNvSpPr>
          <p:nvPr/>
        </p:nvSpPr>
        <p:spPr>
          <a:xfrm xmlns:a="http://schemas.openxmlformats.org/drawingml/2006/main">
            <a:off x="6210300" y="3200400"/>
            <a:ext cx="2476500" cy="953"/>
          </a:xfrm>
          <a:custGeom xmlns:a="http://schemas.openxmlformats.org/drawingml/2006/main">
            <a:pathLst>
              <a:path w="2476500" h="953">
                <a:moveTo>
                  <a:pt x="0" y="0"/>
                </a:moveTo>
                <a:lnTo>
                  <a:pt x="2476500" y="953"/>
                </a:lnTo>
              </a:path>
            </a:pathLst>
          </a:custGeom>
          <a:noFill xmlns:a="http://schemas.openxmlformats.org/drawingml/2006/main"/>
          <a:ln xmlns:a="http://schemas.openxmlformats.org/drawingml/2006/main" w="28575">
            <a:solidFill>
              <a:srgbClr val="1D8B82"/>
            </a:solidFill>
            <a:prstDash val="solid"/>
          </a:ln>
        </p:spPr>
      </p:sp>
      <p:sp>
        <p:nvSpPr>
          <p:cNvPr id="16" name="Ограничения">
            <a:extLst xmlns:a="http://schemas.openxmlformats.org/drawingml/2006/main">
              <a:ext uri="{FF2B5EF4-FFF2-40B4-BE49-F238E27FC236}">
                <a16:creationId xmlns:a16="http://schemas.microsoft.com/office/drawing/2014/main" id="{F5CF9DDA-CF2B-4D71-8CED-3EAAA9DB35FA}"/>
              </a:ext>
            </a:extLst>
          </p:cNvPr>
          <p:cNvSpPr>
            <a:spLocks xmlns:a="http://schemas.openxmlformats.org/drawingml/2006/main" noGrp="1"/>
          </p:cNvSpPr>
          <p:nvPr/>
        </p:nvSpPr>
        <p:spPr>
          <a:xfrm xmlns:a="http://schemas.openxmlformats.org/drawingml/2006/main">
            <a:off x="6210300" y="3486150"/>
            <a:ext cx="2514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153D3B"/>
                </a:solidFill>
                <a:latin typeface="Segoe UI"/>
                <a:ea typeface="Segoe UI"/>
                <a:cs typeface="Segoe UI"/>
              </a:defRPr>
            </a:defPPr>
            <a:lvl1pPr algn="l">
              <a:defRPr sz="2400" b="1" i="0">
                <a:solidFill>
                  <a:srgbClr val="153D3B"/>
                </a:solidFill>
                <a:latin typeface="Segoe UI"/>
                <a:ea typeface="Segoe UI"/>
                <a:cs typeface="Segoe UI"/>
              </a:defRPr>
            </a:lvl1pPr>
            <a:lvl2pPr algn="l">
              <a:defRPr sz="2400" b="1" i="0">
                <a:solidFill>
                  <a:srgbClr val="153D3B"/>
                </a:solidFill>
                <a:latin typeface="Segoe UI"/>
                <a:ea typeface="Segoe UI"/>
                <a:cs typeface="Segoe UI"/>
              </a:defRPr>
            </a:lvl2pPr>
            <a:lvl3pPr algn="l">
              <a:defRPr sz="2400" b="1" i="0">
                <a:solidFill>
                  <a:srgbClr val="153D3B"/>
                </a:solidFill>
                <a:latin typeface="Segoe UI"/>
                <a:ea typeface="Segoe UI"/>
                <a:cs typeface="Segoe UI"/>
              </a:defRPr>
            </a:lvl3pPr>
            <a:lvl4pPr algn="l">
              <a:defRPr sz="2400" b="1" i="0">
                <a:solidFill>
                  <a:srgbClr val="153D3B"/>
                </a:solidFill>
                <a:latin typeface="Segoe UI"/>
                <a:ea typeface="Segoe UI"/>
                <a:cs typeface="Segoe UI"/>
              </a:defRPr>
            </a:lvl4pPr>
            <a:lvl5pPr algn="l">
              <a:defRPr sz="2400" b="1" i="0">
                <a:solidFill>
                  <a:srgbClr val="153D3B"/>
                </a:solidFill>
                <a:latin typeface="Segoe UI"/>
                <a:ea typeface="Segoe UI"/>
                <a:cs typeface="Segoe UI"/>
              </a:defRPr>
            </a:lvl5pPr>
            <a:lvl6pPr algn="l">
              <a:defRPr sz="2400" b="1" i="0">
                <a:solidFill>
                  <a:srgbClr val="153D3B"/>
                </a:solidFill>
                <a:latin typeface="Segoe UI"/>
                <a:ea typeface="Segoe UI"/>
                <a:cs typeface="Segoe UI"/>
              </a:defRPr>
            </a:lvl6pPr>
            <a:lvl7pPr algn="l">
              <a:defRPr sz="2400" b="1" i="0">
                <a:solidFill>
                  <a:srgbClr val="153D3B"/>
                </a:solidFill>
                <a:latin typeface="Segoe UI"/>
                <a:ea typeface="Segoe UI"/>
                <a:cs typeface="Segoe UI"/>
              </a:defRPr>
            </a:lvl7pPr>
            <a:lvl8pPr algn="l">
              <a:defRPr sz="2400" b="1" i="0">
                <a:solidFill>
                  <a:srgbClr val="153D3B"/>
                </a:solidFill>
                <a:latin typeface="Segoe UI"/>
                <a:ea typeface="Segoe UI"/>
                <a:cs typeface="Segoe UI"/>
              </a:defRPr>
            </a:lvl8pPr>
            <a:lvl9pPr algn="l">
              <a:defRPr sz="2400" b="1" i="0">
                <a:solidFill>
                  <a:srgbClr val="153D3B"/>
                </a:solidFill>
                <a:latin typeface="Segoe UI"/>
                <a:ea typeface="Segoe UI"/>
                <a:cs typeface="Segoe UI"/>
              </a:defRPr>
            </a:lvl9pPr>
          </a:lstStyle>
          <a:p xmlns:a="http://schemas.openxmlformats.org/drawingml/2006/main">
            <a:pPr algn="l">
              <a:lnSpc>
                <a:spcPct val="105000"/>
              </a:lnSpc>
              <a:buNone/>
              <a:defRPr sz="2400" b="1" i="0">
                <a:solidFill>
                  <a:srgbClr val="153D3B"/>
                </a:solidFill>
                <a:latin typeface="Segoe UI"/>
                <a:ea typeface="Segoe UI"/>
                <a:cs typeface="Segoe UI"/>
              </a:defRPr>
            </a:pPr>
            <a:r>
              <a:rPr sz="2400" b="1" i="0">
                <a:solidFill>
                  <a:srgbClr val="153D3B"/>
                </a:solidFill>
                <a:latin typeface="Segoe UI"/>
                <a:ea typeface="Segoe UI"/>
                <a:cs typeface="Segoe UI"/>
              </a:rPr>
              <a:t>Ограничения</a:t>
            </a:r>
          </a:p>
        </p:txBody>
      </p:sp>
      <p:sp>
        <p:nvSpPr>
          <p:cNvPr id="17" name="Время, возврат,&#10;категории и часы">
            <a:extLst xmlns:a="http://schemas.openxmlformats.org/drawingml/2006/main">
              <a:ext uri="{FF2B5EF4-FFF2-40B4-BE49-F238E27FC236}">
                <a16:creationId xmlns:a16="http://schemas.microsoft.com/office/drawing/2014/main" id="{D357A1B8-0A4B-4267-8895-849A20B8A03B}"/>
              </a:ext>
            </a:extLst>
          </p:cNvPr>
          <p:cNvSpPr>
            <a:spLocks xmlns:a="http://schemas.openxmlformats.org/drawingml/2006/main" noGrp="1"/>
          </p:cNvSpPr>
          <p:nvPr/>
        </p:nvSpPr>
        <p:spPr>
          <a:xfrm xmlns:a="http://schemas.openxmlformats.org/drawingml/2006/main">
            <a:off x="6210300" y="4191000"/>
            <a:ext cx="251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Время, возврат,</a:t>
            </a:r>
          </a:p>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категории и часы</a:t>
            </a:r>
          </a:p>
        </p:txBody>
      </p:sp>
      <p:sp>
        <p:nvSpPr>
          <p:cNvPr id="18" name="04">
            <a:extLst xmlns:a="http://schemas.openxmlformats.org/drawingml/2006/main">
              <a:ext uri="{FF2B5EF4-FFF2-40B4-BE49-F238E27FC236}">
                <a16:creationId xmlns:a16="http://schemas.microsoft.com/office/drawing/2014/main" id="{4C91474F-F8E5-414E-A2A5-AD71FDDBDFDE}"/>
              </a:ext>
            </a:extLst>
          </p:cNvPr>
          <p:cNvSpPr>
            <a:spLocks xmlns:a="http://schemas.openxmlformats.org/drawingml/2006/main" noGrp="1"/>
          </p:cNvSpPr>
          <p:nvPr/>
        </p:nvSpPr>
        <p:spPr>
          <a:xfrm xmlns:a="http://schemas.openxmlformats.org/drawingml/2006/main">
            <a:off x="9010650" y="25241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D8B82"/>
                </a:solidFill>
                <a:latin typeface="Segoe UI"/>
                <a:ea typeface="Segoe UI"/>
                <a:cs typeface="Segoe UI"/>
              </a:defRPr>
            </a:defPPr>
            <a:lvl1pPr algn="l">
              <a:defRPr sz="3375" b="1" i="0">
                <a:solidFill>
                  <a:srgbClr val="1D8B82"/>
                </a:solidFill>
                <a:latin typeface="Segoe UI"/>
                <a:ea typeface="Segoe UI"/>
                <a:cs typeface="Segoe UI"/>
              </a:defRPr>
            </a:lvl1pPr>
            <a:lvl2pPr algn="l">
              <a:defRPr sz="3375" b="1" i="0">
                <a:solidFill>
                  <a:srgbClr val="1D8B82"/>
                </a:solidFill>
                <a:latin typeface="Segoe UI"/>
                <a:ea typeface="Segoe UI"/>
                <a:cs typeface="Segoe UI"/>
              </a:defRPr>
            </a:lvl2pPr>
            <a:lvl3pPr algn="l">
              <a:defRPr sz="3375" b="1" i="0">
                <a:solidFill>
                  <a:srgbClr val="1D8B82"/>
                </a:solidFill>
                <a:latin typeface="Segoe UI"/>
                <a:ea typeface="Segoe UI"/>
                <a:cs typeface="Segoe UI"/>
              </a:defRPr>
            </a:lvl3pPr>
            <a:lvl4pPr algn="l">
              <a:defRPr sz="3375" b="1" i="0">
                <a:solidFill>
                  <a:srgbClr val="1D8B82"/>
                </a:solidFill>
                <a:latin typeface="Segoe UI"/>
                <a:ea typeface="Segoe UI"/>
                <a:cs typeface="Segoe UI"/>
              </a:defRPr>
            </a:lvl4pPr>
            <a:lvl5pPr algn="l">
              <a:defRPr sz="3375" b="1" i="0">
                <a:solidFill>
                  <a:srgbClr val="1D8B82"/>
                </a:solidFill>
                <a:latin typeface="Segoe UI"/>
                <a:ea typeface="Segoe UI"/>
                <a:cs typeface="Segoe UI"/>
              </a:defRPr>
            </a:lvl5pPr>
            <a:lvl6pPr algn="l">
              <a:defRPr sz="3375" b="1" i="0">
                <a:solidFill>
                  <a:srgbClr val="1D8B82"/>
                </a:solidFill>
                <a:latin typeface="Segoe UI"/>
                <a:ea typeface="Segoe UI"/>
                <a:cs typeface="Segoe UI"/>
              </a:defRPr>
            </a:lvl6pPr>
            <a:lvl7pPr algn="l">
              <a:defRPr sz="3375" b="1" i="0">
                <a:solidFill>
                  <a:srgbClr val="1D8B82"/>
                </a:solidFill>
                <a:latin typeface="Segoe UI"/>
                <a:ea typeface="Segoe UI"/>
                <a:cs typeface="Segoe UI"/>
              </a:defRPr>
            </a:lvl7pPr>
            <a:lvl8pPr algn="l">
              <a:defRPr sz="3375" b="1" i="0">
                <a:solidFill>
                  <a:srgbClr val="1D8B82"/>
                </a:solidFill>
                <a:latin typeface="Segoe UI"/>
                <a:ea typeface="Segoe UI"/>
                <a:cs typeface="Segoe UI"/>
              </a:defRPr>
            </a:lvl8pPr>
            <a:lvl9pPr algn="l">
              <a:defRPr sz="3375" b="1" i="0">
                <a:solidFill>
                  <a:srgbClr val="1D8B82"/>
                </a:solidFill>
                <a:latin typeface="Segoe UI"/>
                <a:ea typeface="Segoe UI"/>
                <a:cs typeface="Segoe UI"/>
              </a:defRPr>
            </a:lvl9pPr>
          </a:lstStyle>
          <a:p xmlns:a="http://schemas.openxmlformats.org/drawingml/2006/main">
            <a:pPr algn="l">
              <a:lnSpc>
                <a:spcPct val="105000"/>
              </a:lnSpc>
              <a:buNone/>
              <a:defRPr sz="3375" b="1" i="0">
                <a:solidFill>
                  <a:srgbClr val="1D8B82"/>
                </a:solidFill>
                <a:latin typeface="Segoe UI"/>
                <a:ea typeface="Segoe UI"/>
                <a:cs typeface="Segoe UI"/>
              </a:defRPr>
            </a:pPr>
            <a:r>
              <a:rPr sz="3375" b="1" i="0">
                <a:solidFill>
                  <a:srgbClr val="1D8B82"/>
                </a:solidFill>
                <a:latin typeface="Segoe UI"/>
                <a:ea typeface="Segoe UI"/>
                <a:cs typeface="Segoe UI"/>
              </a:rPr>
              <a:t>04</a:t>
            </a:r>
          </a:p>
        </p:txBody>
      </p:sp>
      <p:sp>
        <p:nvSpPr>
          <p:cNvPr id="19" name="">
            <a:extLst xmlns:a="http://schemas.openxmlformats.org/drawingml/2006/main">
              <a:ext uri="{FF2B5EF4-FFF2-40B4-BE49-F238E27FC236}">
                <a16:creationId xmlns:a16="http://schemas.microsoft.com/office/drawing/2014/main" id="{A49FE790-ABFF-40D4-9B45-C9412AC319EA}"/>
              </a:ext>
            </a:extLst>
          </p:cNvPr>
          <p:cNvSpPr>
            <a:spLocks xmlns:a="http://schemas.openxmlformats.org/drawingml/2006/main" noGrp="1"/>
          </p:cNvSpPr>
          <p:nvPr/>
        </p:nvSpPr>
        <p:spPr>
          <a:xfrm xmlns:a="http://schemas.openxmlformats.org/drawingml/2006/main">
            <a:off x="9010650" y="3200400"/>
            <a:ext cx="2476500" cy="953"/>
          </a:xfrm>
          <a:custGeom xmlns:a="http://schemas.openxmlformats.org/drawingml/2006/main">
            <a:pathLst>
              <a:path w="2476500" h="953">
                <a:moveTo>
                  <a:pt x="0" y="0"/>
                </a:moveTo>
                <a:lnTo>
                  <a:pt x="2476500" y="953"/>
                </a:lnTo>
              </a:path>
            </a:pathLst>
          </a:custGeom>
          <a:noFill xmlns:a="http://schemas.openxmlformats.org/drawingml/2006/main"/>
          <a:ln xmlns:a="http://schemas.openxmlformats.org/drawingml/2006/main" w="28575">
            <a:solidFill>
              <a:srgbClr val="1D8B82"/>
            </a:solidFill>
            <a:prstDash val="solid"/>
          </a:ln>
        </p:spPr>
      </p:sp>
      <p:sp>
        <p:nvSpPr>
          <p:cNvPr id="20" name="Ответ">
            <a:extLst xmlns:a="http://schemas.openxmlformats.org/drawingml/2006/main">
              <a:ext uri="{FF2B5EF4-FFF2-40B4-BE49-F238E27FC236}">
                <a16:creationId xmlns:a16="http://schemas.microsoft.com/office/drawing/2014/main" id="{368FA088-2C5D-483B-B6CC-CD9E0EE33D7B}"/>
              </a:ext>
            </a:extLst>
          </p:cNvPr>
          <p:cNvSpPr>
            <a:spLocks xmlns:a="http://schemas.openxmlformats.org/drawingml/2006/main" noGrp="1"/>
          </p:cNvSpPr>
          <p:nvPr/>
        </p:nvSpPr>
        <p:spPr>
          <a:xfrm xmlns:a="http://schemas.openxmlformats.org/drawingml/2006/main">
            <a:off x="9010650" y="3486150"/>
            <a:ext cx="2514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153D3B"/>
                </a:solidFill>
                <a:latin typeface="Segoe UI"/>
                <a:ea typeface="Segoe UI"/>
                <a:cs typeface="Segoe UI"/>
              </a:defRPr>
            </a:defPPr>
            <a:lvl1pPr algn="l">
              <a:defRPr sz="2400" b="1" i="0">
                <a:solidFill>
                  <a:srgbClr val="153D3B"/>
                </a:solidFill>
                <a:latin typeface="Segoe UI"/>
                <a:ea typeface="Segoe UI"/>
                <a:cs typeface="Segoe UI"/>
              </a:defRPr>
            </a:lvl1pPr>
            <a:lvl2pPr algn="l">
              <a:defRPr sz="2400" b="1" i="0">
                <a:solidFill>
                  <a:srgbClr val="153D3B"/>
                </a:solidFill>
                <a:latin typeface="Segoe UI"/>
                <a:ea typeface="Segoe UI"/>
                <a:cs typeface="Segoe UI"/>
              </a:defRPr>
            </a:lvl2pPr>
            <a:lvl3pPr algn="l">
              <a:defRPr sz="2400" b="1" i="0">
                <a:solidFill>
                  <a:srgbClr val="153D3B"/>
                </a:solidFill>
                <a:latin typeface="Segoe UI"/>
                <a:ea typeface="Segoe UI"/>
                <a:cs typeface="Segoe UI"/>
              </a:defRPr>
            </a:lvl3pPr>
            <a:lvl4pPr algn="l">
              <a:defRPr sz="2400" b="1" i="0">
                <a:solidFill>
                  <a:srgbClr val="153D3B"/>
                </a:solidFill>
                <a:latin typeface="Segoe UI"/>
                <a:ea typeface="Segoe UI"/>
                <a:cs typeface="Segoe UI"/>
              </a:defRPr>
            </a:lvl4pPr>
            <a:lvl5pPr algn="l">
              <a:defRPr sz="2400" b="1" i="0">
                <a:solidFill>
                  <a:srgbClr val="153D3B"/>
                </a:solidFill>
                <a:latin typeface="Segoe UI"/>
                <a:ea typeface="Segoe UI"/>
                <a:cs typeface="Segoe UI"/>
              </a:defRPr>
            </a:lvl5pPr>
            <a:lvl6pPr algn="l">
              <a:defRPr sz="2400" b="1" i="0">
                <a:solidFill>
                  <a:srgbClr val="153D3B"/>
                </a:solidFill>
                <a:latin typeface="Segoe UI"/>
                <a:ea typeface="Segoe UI"/>
                <a:cs typeface="Segoe UI"/>
              </a:defRPr>
            </a:lvl6pPr>
            <a:lvl7pPr algn="l">
              <a:defRPr sz="2400" b="1" i="0">
                <a:solidFill>
                  <a:srgbClr val="153D3B"/>
                </a:solidFill>
                <a:latin typeface="Segoe UI"/>
                <a:ea typeface="Segoe UI"/>
                <a:cs typeface="Segoe UI"/>
              </a:defRPr>
            </a:lvl7pPr>
            <a:lvl8pPr algn="l">
              <a:defRPr sz="2400" b="1" i="0">
                <a:solidFill>
                  <a:srgbClr val="153D3B"/>
                </a:solidFill>
                <a:latin typeface="Segoe UI"/>
                <a:ea typeface="Segoe UI"/>
                <a:cs typeface="Segoe UI"/>
              </a:defRPr>
            </a:lvl8pPr>
            <a:lvl9pPr algn="l">
              <a:defRPr sz="2400" b="1" i="0">
                <a:solidFill>
                  <a:srgbClr val="153D3B"/>
                </a:solidFill>
                <a:latin typeface="Segoe UI"/>
                <a:ea typeface="Segoe UI"/>
                <a:cs typeface="Segoe UI"/>
              </a:defRPr>
            </a:lvl9pPr>
          </a:lstStyle>
          <a:p xmlns:a="http://schemas.openxmlformats.org/drawingml/2006/main">
            <a:pPr algn="l">
              <a:lnSpc>
                <a:spcPct val="105000"/>
              </a:lnSpc>
              <a:buNone/>
              <a:defRPr sz="2400" b="1" i="0">
                <a:solidFill>
                  <a:srgbClr val="153D3B"/>
                </a:solidFill>
                <a:latin typeface="Segoe UI"/>
                <a:ea typeface="Segoe UI"/>
                <a:cs typeface="Segoe UI"/>
              </a:defRPr>
            </a:pPr>
            <a:r>
              <a:rPr sz="2400" b="1" i="0">
                <a:solidFill>
                  <a:srgbClr val="153D3B"/>
                </a:solidFill>
                <a:latin typeface="Segoe UI"/>
                <a:ea typeface="Segoe UI"/>
                <a:cs typeface="Segoe UI"/>
              </a:rPr>
              <a:t>Ответ</a:t>
            </a:r>
          </a:p>
        </p:txBody>
      </p:sp>
      <p:sp>
        <p:nvSpPr>
          <p:cNvPr id="21" name="1–3 варианта&#10;с источниками">
            <a:extLst xmlns:a="http://schemas.openxmlformats.org/drawingml/2006/main">
              <a:ext uri="{FF2B5EF4-FFF2-40B4-BE49-F238E27FC236}">
                <a16:creationId xmlns:a16="http://schemas.microsoft.com/office/drawing/2014/main" id="{9C0B9F92-384E-4A17-84D6-6C3D032B087F}"/>
              </a:ext>
            </a:extLst>
          </p:cNvPr>
          <p:cNvSpPr>
            <a:spLocks xmlns:a="http://schemas.openxmlformats.org/drawingml/2006/main" noGrp="1"/>
          </p:cNvSpPr>
          <p:nvPr/>
        </p:nvSpPr>
        <p:spPr>
          <a:xfrm xmlns:a="http://schemas.openxmlformats.org/drawingml/2006/main">
            <a:off x="9010650" y="4191000"/>
            <a:ext cx="251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1–3 варианта</a:t>
            </a:r>
          </a:p>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с источниками</a:t>
            </a:r>
          </a:p>
        </p:txBody>
      </p:sp>
      <p:sp>
        <p:nvSpPr>
          <p:cNvPr id="22" name="Факты POI сохраняют источник. Модел">
            <a:extLst xmlns:a="http://schemas.openxmlformats.org/drawingml/2006/main">
              <a:ext uri="{FF2B5EF4-FFF2-40B4-BE49-F238E27FC236}">
                <a16:creationId xmlns:a16="http://schemas.microsoft.com/office/drawing/2014/main" id="{7A7F12A4-A2F4-4E78-BF0C-A5393AD67D8A}"/>
              </a:ext>
            </a:extLst>
          </p:cNvPr>
          <p:cNvSpPr>
            <a:spLocks xmlns:a="http://schemas.openxmlformats.org/drawingml/2006/main" noGrp="1"/>
          </p:cNvSpPr>
          <p:nvPr/>
        </p:nvSpPr>
        <p:spPr>
          <a:xfrm xmlns:a="http://schemas.openxmlformats.org/drawingml/2006/main">
            <a:off x="609600" y="53530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i="0">
                <a:solidFill>
                  <a:srgbClr val="153D3B"/>
                </a:solidFill>
                <a:latin typeface="Segoe UI"/>
                <a:ea typeface="Segoe UI"/>
                <a:cs typeface="Segoe UI"/>
              </a:defRPr>
            </a:defPPr>
            <a:lvl1pPr algn="l">
              <a:defRPr sz="1875" b="0" i="0">
                <a:solidFill>
                  <a:srgbClr val="153D3B"/>
                </a:solidFill>
                <a:latin typeface="Segoe UI"/>
                <a:ea typeface="Segoe UI"/>
                <a:cs typeface="Segoe UI"/>
              </a:defRPr>
            </a:lvl1pPr>
            <a:lvl2pPr algn="l">
              <a:defRPr sz="1875" b="0" i="0">
                <a:solidFill>
                  <a:srgbClr val="153D3B"/>
                </a:solidFill>
                <a:latin typeface="Segoe UI"/>
                <a:ea typeface="Segoe UI"/>
                <a:cs typeface="Segoe UI"/>
              </a:defRPr>
            </a:lvl2pPr>
            <a:lvl3pPr algn="l">
              <a:defRPr sz="1875" b="0" i="0">
                <a:solidFill>
                  <a:srgbClr val="153D3B"/>
                </a:solidFill>
                <a:latin typeface="Segoe UI"/>
                <a:ea typeface="Segoe UI"/>
                <a:cs typeface="Segoe UI"/>
              </a:defRPr>
            </a:lvl3pPr>
            <a:lvl4pPr algn="l">
              <a:defRPr sz="1875" b="0" i="0">
                <a:solidFill>
                  <a:srgbClr val="153D3B"/>
                </a:solidFill>
                <a:latin typeface="Segoe UI"/>
                <a:ea typeface="Segoe UI"/>
                <a:cs typeface="Segoe UI"/>
              </a:defRPr>
            </a:lvl4pPr>
            <a:lvl5pPr algn="l">
              <a:defRPr sz="1875" b="0" i="0">
                <a:solidFill>
                  <a:srgbClr val="153D3B"/>
                </a:solidFill>
                <a:latin typeface="Segoe UI"/>
                <a:ea typeface="Segoe UI"/>
                <a:cs typeface="Segoe UI"/>
              </a:defRPr>
            </a:lvl5pPr>
            <a:lvl6pPr algn="l">
              <a:defRPr sz="1875" b="0" i="0">
                <a:solidFill>
                  <a:srgbClr val="153D3B"/>
                </a:solidFill>
                <a:latin typeface="Segoe UI"/>
                <a:ea typeface="Segoe UI"/>
                <a:cs typeface="Segoe UI"/>
              </a:defRPr>
            </a:lvl6pPr>
            <a:lvl7pPr algn="l">
              <a:defRPr sz="1875" b="0" i="0">
                <a:solidFill>
                  <a:srgbClr val="153D3B"/>
                </a:solidFill>
                <a:latin typeface="Segoe UI"/>
                <a:ea typeface="Segoe UI"/>
                <a:cs typeface="Segoe UI"/>
              </a:defRPr>
            </a:lvl7pPr>
            <a:lvl8pPr algn="l">
              <a:defRPr sz="1875" b="0" i="0">
                <a:solidFill>
                  <a:srgbClr val="153D3B"/>
                </a:solidFill>
                <a:latin typeface="Segoe UI"/>
                <a:ea typeface="Segoe UI"/>
                <a:cs typeface="Segoe UI"/>
              </a:defRPr>
            </a:lvl8pPr>
            <a:lvl9pPr algn="l">
              <a:defRPr sz="1875" b="0" i="0">
                <a:solidFill>
                  <a:srgbClr val="153D3B"/>
                </a:solidFill>
                <a:latin typeface="Segoe UI"/>
                <a:ea typeface="Segoe UI"/>
                <a:cs typeface="Segoe UI"/>
              </a:defRPr>
            </a:lvl9pPr>
          </a:lstStyle>
          <a:p xmlns:a="http://schemas.openxmlformats.org/drawingml/2006/main">
            <a:pPr algn="l">
              <a:lnSpc>
                <a:spcPct val="105000"/>
              </a:lnSpc>
              <a:buNone/>
              <a:defRPr sz="1875" b="0" i="0">
                <a:solidFill>
                  <a:srgbClr val="153D3B"/>
                </a:solidFill>
                <a:latin typeface="Segoe UI"/>
                <a:ea typeface="Segoe UI"/>
                <a:cs typeface="Segoe UI"/>
              </a:defRPr>
            </a:pPr>
            <a:r>
              <a:rPr sz="1875" b="0" i="0">
                <a:solidFill>
                  <a:srgbClr val="153D3B"/>
                </a:solidFill>
                <a:latin typeface="Segoe UI"/>
                <a:ea typeface="Segoe UI"/>
                <a:cs typeface="Segoe UI"/>
              </a:rPr>
              <a:t>Факты POI сохраняют источник. Модель объясняет найденные варианты.</a:t>
            </a:r>
          </a:p>
          <a:p xmlns:a="http://schemas.openxmlformats.org/drawingml/2006/main">
            <a:pPr algn="l">
              <a:lnSpc>
                <a:spcPct val="105000"/>
              </a:lnSpc>
              <a:buNone/>
              <a:defRPr sz="1875" b="0" i="0">
                <a:solidFill>
                  <a:srgbClr val="153D3B"/>
                </a:solidFill>
                <a:latin typeface="Segoe UI"/>
                <a:ea typeface="Segoe UI"/>
                <a:cs typeface="Segoe UI"/>
              </a:defRPr>
            </a:pPr>
            <a:r>
              <a:rPr sz="1875" b="0" i="0">
                <a:solidFill>
                  <a:srgbClr val="153D3B"/>
                </a:solidFill>
                <a:latin typeface="Segoe UI"/>
                <a:ea typeface="Segoe UI"/>
                <a:cs typeface="Segoe UI"/>
              </a:rPr>
              <a:t>Нет данных о розетке или часах? Ответ сохраняет «неизвестно».</a:t>
            </a:r>
          </a:p>
        </p:txBody>
      </p:sp>
    </p:spTree>
    <p:extLst>
      <p:ext uri="{BB962C8B-B14F-4D97-AF65-F5344CB8AC3E}">
        <p14:creationId xmlns:p14="http://schemas.microsoft.com/office/powerpoint/2010/main" val="192112801"/>
      </p:ext>
    </p:extLst>
  </p:cSld>
</p:sld>
</file>

<file path=ppt/slides/slide5.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6" name="45 минут у Mega Silk Way">
            <a:extLst xmlns:a="http://schemas.openxmlformats.org/drawingml/2006/main">
              <a:ext uri="{FF2B5EF4-FFF2-40B4-BE49-F238E27FC236}">
                <a16:creationId xmlns:a16="http://schemas.microsoft.com/office/drawing/2014/main" id="{C3790935-80CD-48B6-8D8A-1E87C4A4A8EB}"/>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45 минут у Mega Silk Way</a:t>
            </a:r>
          </a:p>
        </p:txBody>
      </p:sp>
      <p:sp>
        <p:nvSpPr>
          <p:cNvPr id="2" name="Демонстрационный сценарий 1">
            <a:extLst xmlns:a="http://schemas.openxmlformats.org/drawingml/2006/main">
              <a:ext uri="{FF2B5EF4-FFF2-40B4-BE49-F238E27FC236}">
                <a16:creationId xmlns:a16="http://schemas.microsoft.com/office/drawing/2014/main" id="{241619ED-40AC-4589-83DA-72E08486295E}"/>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Демонстрационный сценарий 1</a:t>
            </a:r>
          </a:p>
        </p:txBody>
      </p:sp>
      <p:sp>
        <p:nvSpPr>
          <p:cNvPr id="3" name="">
            <a:extLst xmlns:a="http://schemas.openxmlformats.org/drawingml/2006/main">
              <a:ext uri="{FF2B5EF4-FFF2-40B4-BE49-F238E27FC236}">
                <a16:creationId xmlns:a16="http://schemas.microsoft.com/office/drawing/2014/main" id="{F65882C9-954A-43F8-B859-EF5E6E9CB4C8}"/>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18E479FF-5443-4D72-AE94-75C43B4F54A2}"/>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5">
            <a:extLst xmlns:a="http://schemas.openxmlformats.org/drawingml/2006/main">
              <a:ext uri="{FF2B5EF4-FFF2-40B4-BE49-F238E27FC236}">
                <a16:creationId xmlns:a16="http://schemas.microsoft.com/office/drawing/2014/main" id="{69E8D0FA-C4F5-4FDB-B7C7-C23A6BE3C6A2}"/>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05</a:t>
            </a:r>
          </a:p>
        </p:txBody>
      </p:sp>
      <p:sp>
        <p:nvSpPr>
          <p:cNvPr id="6" name="">
            <a:extLst xmlns:a="http://schemas.openxmlformats.org/drawingml/2006/main">
              <a:ext uri="{FF2B5EF4-FFF2-40B4-BE49-F238E27FC236}">
                <a16:creationId xmlns:a16="http://schemas.microsoft.com/office/drawing/2014/main" id="{8556B377-AC71-4396-B2D4-01053FAAB87C}"/>
              </a:ext>
            </a:extLst>
          </p:cNvPr>
          <p:cNvSpPr>
            <a:spLocks xmlns:a="http://schemas.openxmlformats.org/drawingml/2006/main" noGrp="1"/>
          </p:cNvSpPr>
          <p:nvPr/>
        </p:nvSpPr>
        <p:spPr>
          <a:xfrm xmlns:a="http://schemas.openxmlformats.org/drawingml/2006/main">
            <a:off x="609600" y="2419350"/>
            <a:ext cx="5191125" cy="2419350"/>
          </a:xfrm>
          <a:prstGeom xmlns:a="http://schemas.openxmlformats.org/drawingml/2006/main" prst="rect">
            <a:avLst/>
          </a:prstGeom>
          <a:solidFill xmlns:a="http://schemas.openxmlformats.org/drawingml/2006/main">
            <a:srgbClr val="CDE4DB"/>
          </a:solidFill>
          <a:ln xmlns:a="http://schemas.openxmlformats.org/drawingml/2006/main" w="0">
            <a:noFill/>
            <a:prstDash val="solid"/>
          </a:ln>
        </p:spPr>
      </p:sp>
      <p:sp>
        <p:nvSpPr>
          <p:cNvPr id="7" name="«Я у Mega. У меня всего&#10;45 минут, в">
            <a:extLst xmlns:a="http://schemas.openxmlformats.org/drawingml/2006/main">
              <a:ext uri="{FF2B5EF4-FFF2-40B4-BE49-F238E27FC236}">
                <a16:creationId xmlns:a16="http://schemas.microsoft.com/office/drawing/2014/main" id="{946A5385-0C07-46F5-9DF0-5446209E836B}"/>
              </a:ext>
            </a:extLst>
          </p:cNvPr>
          <p:cNvSpPr>
            <a:spLocks xmlns:a="http://schemas.openxmlformats.org/drawingml/2006/main" noGrp="1"/>
          </p:cNvSpPr>
          <p:nvPr/>
        </p:nvSpPr>
        <p:spPr>
          <a:xfrm xmlns:a="http://schemas.openxmlformats.org/drawingml/2006/main">
            <a:off x="857250" y="2695575"/>
            <a:ext cx="46863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i="0">
                <a:solidFill>
                  <a:srgbClr val="153D3B"/>
                </a:solidFill>
                <a:latin typeface="Segoe UI"/>
                <a:ea typeface="Segoe UI"/>
                <a:cs typeface="Segoe UI"/>
              </a:defRPr>
            </a:defPPr>
            <a:lvl1pPr algn="l">
              <a:defRPr sz="2625" b="1" i="0">
                <a:solidFill>
                  <a:srgbClr val="153D3B"/>
                </a:solidFill>
                <a:latin typeface="Segoe UI"/>
                <a:ea typeface="Segoe UI"/>
                <a:cs typeface="Segoe UI"/>
              </a:defRPr>
            </a:lvl1pPr>
            <a:lvl2pPr algn="l">
              <a:defRPr sz="2625" b="1" i="0">
                <a:solidFill>
                  <a:srgbClr val="153D3B"/>
                </a:solidFill>
                <a:latin typeface="Segoe UI"/>
                <a:ea typeface="Segoe UI"/>
                <a:cs typeface="Segoe UI"/>
              </a:defRPr>
            </a:lvl2pPr>
            <a:lvl3pPr algn="l">
              <a:defRPr sz="2625" b="1" i="0">
                <a:solidFill>
                  <a:srgbClr val="153D3B"/>
                </a:solidFill>
                <a:latin typeface="Segoe UI"/>
                <a:ea typeface="Segoe UI"/>
                <a:cs typeface="Segoe UI"/>
              </a:defRPr>
            </a:lvl3pPr>
            <a:lvl4pPr algn="l">
              <a:defRPr sz="2625" b="1" i="0">
                <a:solidFill>
                  <a:srgbClr val="153D3B"/>
                </a:solidFill>
                <a:latin typeface="Segoe UI"/>
                <a:ea typeface="Segoe UI"/>
                <a:cs typeface="Segoe UI"/>
              </a:defRPr>
            </a:lvl4pPr>
            <a:lvl5pPr algn="l">
              <a:defRPr sz="2625" b="1" i="0">
                <a:solidFill>
                  <a:srgbClr val="153D3B"/>
                </a:solidFill>
                <a:latin typeface="Segoe UI"/>
                <a:ea typeface="Segoe UI"/>
                <a:cs typeface="Segoe UI"/>
              </a:defRPr>
            </a:lvl5pPr>
            <a:lvl6pPr algn="l">
              <a:defRPr sz="2625" b="1" i="0">
                <a:solidFill>
                  <a:srgbClr val="153D3B"/>
                </a:solidFill>
                <a:latin typeface="Segoe UI"/>
                <a:ea typeface="Segoe UI"/>
                <a:cs typeface="Segoe UI"/>
              </a:defRPr>
            </a:lvl6pPr>
            <a:lvl7pPr algn="l">
              <a:defRPr sz="2625" b="1" i="0">
                <a:solidFill>
                  <a:srgbClr val="153D3B"/>
                </a:solidFill>
                <a:latin typeface="Segoe UI"/>
                <a:ea typeface="Segoe UI"/>
                <a:cs typeface="Segoe UI"/>
              </a:defRPr>
            </a:lvl7pPr>
            <a:lvl8pPr algn="l">
              <a:defRPr sz="2625" b="1" i="0">
                <a:solidFill>
                  <a:srgbClr val="153D3B"/>
                </a:solidFill>
                <a:latin typeface="Segoe UI"/>
                <a:ea typeface="Segoe UI"/>
                <a:cs typeface="Segoe UI"/>
              </a:defRPr>
            </a:lvl8pPr>
            <a:lvl9pPr algn="l">
              <a:defRPr sz="2625" b="1" i="0">
                <a:solidFill>
                  <a:srgbClr val="153D3B"/>
                </a:solidFill>
                <a:latin typeface="Segoe UI"/>
                <a:ea typeface="Segoe UI"/>
                <a:cs typeface="Segoe UI"/>
              </a:defRPr>
            </a:lvl9pPr>
          </a:lstStyle>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«Я у Mega. У меня всего</a:t>
            </a:r>
          </a:p>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45 минут, включая</a:t>
            </a:r>
          </a:p>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возвращение сюда»</a:t>
            </a:r>
          </a:p>
        </p:txBody>
      </p:sp>
      <p:sp>
        <p:nvSpPr>
          <p:cNvPr id="8" name="Что проверяем">
            <a:extLst xmlns:a="http://schemas.openxmlformats.org/drawingml/2006/main">
              <a:ext uri="{FF2B5EF4-FFF2-40B4-BE49-F238E27FC236}">
                <a16:creationId xmlns:a16="http://schemas.microsoft.com/office/drawing/2014/main" id="{9EAB0D1E-B541-490D-8714-9E3AD3C398ED}"/>
              </a:ext>
            </a:extLst>
          </p:cNvPr>
          <p:cNvSpPr>
            <a:spLocks xmlns:a="http://schemas.openxmlformats.org/drawingml/2006/main" noGrp="1"/>
          </p:cNvSpPr>
          <p:nvPr/>
        </p:nvSpPr>
        <p:spPr>
          <a:xfrm xmlns:a="http://schemas.openxmlformats.org/drawingml/2006/main">
            <a:off x="6448425" y="2419350"/>
            <a:ext cx="466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i="0">
                <a:solidFill>
                  <a:srgbClr val="153D3B"/>
                </a:solidFill>
                <a:latin typeface="Segoe UI"/>
                <a:ea typeface="Segoe UI"/>
                <a:cs typeface="Segoe UI"/>
              </a:defRPr>
            </a:defPPr>
            <a:lvl1pPr algn="l">
              <a:defRPr sz="2175" b="1" i="0">
                <a:solidFill>
                  <a:srgbClr val="153D3B"/>
                </a:solidFill>
                <a:latin typeface="Segoe UI"/>
                <a:ea typeface="Segoe UI"/>
                <a:cs typeface="Segoe UI"/>
              </a:defRPr>
            </a:lvl1pPr>
            <a:lvl2pPr algn="l">
              <a:defRPr sz="2175" b="1" i="0">
                <a:solidFill>
                  <a:srgbClr val="153D3B"/>
                </a:solidFill>
                <a:latin typeface="Segoe UI"/>
                <a:ea typeface="Segoe UI"/>
                <a:cs typeface="Segoe UI"/>
              </a:defRPr>
            </a:lvl2pPr>
            <a:lvl3pPr algn="l">
              <a:defRPr sz="2175" b="1" i="0">
                <a:solidFill>
                  <a:srgbClr val="153D3B"/>
                </a:solidFill>
                <a:latin typeface="Segoe UI"/>
                <a:ea typeface="Segoe UI"/>
                <a:cs typeface="Segoe UI"/>
              </a:defRPr>
            </a:lvl3pPr>
            <a:lvl4pPr algn="l">
              <a:defRPr sz="2175" b="1" i="0">
                <a:solidFill>
                  <a:srgbClr val="153D3B"/>
                </a:solidFill>
                <a:latin typeface="Segoe UI"/>
                <a:ea typeface="Segoe UI"/>
                <a:cs typeface="Segoe UI"/>
              </a:defRPr>
            </a:lvl4pPr>
            <a:lvl5pPr algn="l">
              <a:defRPr sz="2175" b="1" i="0">
                <a:solidFill>
                  <a:srgbClr val="153D3B"/>
                </a:solidFill>
                <a:latin typeface="Segoe UI"/>
                <a:ea typeface="Segoe UI"/>
                <a:cs typeface="Segoe UI"/>
              </a:defRPr>
            </a:lvl5pPr>
            <a:lvl6pPr algn="l">
              <a:defRPr sz="2175" b="1" i="0">
                <a:solidFill>
                  <a:srgbClr val="153D3B"/>
                </a:solidFill>
                <a:latin typeface="Segoe UI"/>
                <a:ea typeface="Segoe UI"/>
                <a:cs typeface="Segoe UI"/>
              </a:defRPr>
            </a:lvl6pPr>
            <a:lvl7pPr algn="l">
              <a:defRPr sz="2175" b="1" i="0">
                <a:solidFill>
                  <a:srgbClr val="153D3B"/>
                </a:solidFill>
                <a:latin typeface="Segoe UI"/>
                <a:ea typeface="Segoe UI"/>
                <a:cs typeface="Segoe UI"/>
              </a:defRPr>
            </a:lvl7pPr>
            <a:lvl8pPr algn="l">
              <a:defRPr sz="2175" b="1" i="0">
                <a:solidFill>
                  <a:srgbClr val="153D3B"/>
                </a:solidFill>
                <a:latin typeface="Segoe UI"/>
                <a:ea typeface="Segoe UI"/>
                <a:cs typeface="Segoe UI"/>
              </a:defRPr>
            </a:lvl8pPr>
            <a:lvl9pPr algn="l">
              <a:defRPr sz="2175" b="1" i="0">
                <a:solidFill>
                  <a:srgbClr val="153D3B"/>
                </a:solidFill>
                <a:latin typeface="Segoe UI"/>
                <a:ea typeface="Segoe UI"/>
                <a:cs typeface="Segoe UI"/>
              </a:defRPr>
            </a:lvl9pPr>
          </a:lstStyle>
          <a:p xmlns:a="http://schemas.openxmlformats.org/drawingml/2006/main">
            <a:pPr algn="l">
              <a:lnSpc>
                <a:spcPct val="105000"/>
              </a:lnSpc>
              <a:buNone/>
              <a:defRPr sz="2175" b="1" i="0">
                <a:solidFill>
                  <a:srgbClr val="153D3B"/>
                </a:solidFill>
                <a:latin typeface="Segoe UI"/>
                <a:ea typeface="Segoe UI"/>
                <a:cs typeface="Segoe UI"/>
              </a:defRPr>
            </a:pPr>
            <a:r>
              <a:rPr sz="2175" b="1" i="0">
                <a:solidFill>
                  <a:srgbClr val="153D3B"/>
                </a:solidFill>
                <a:latin typeface="Segoe UI"/>
                <a:ea typeface="Segoe UI"/>
                <a:cs typeface="Segoe UI"/>
              </a:rPr>
              <a:t>Что проверяем</a:t>
            </a:r>
          </a:p>
        </p:txBody>
      </p:sp>
      <p:sp>
        <p:nvSpPr>
          <p:cNvPr id="9" name="">
            <a:extLst xmlns:a="http://schemas.openxmlformats.org/drawingml/2006/main">
              <a:ext uri="{FF2B5EF4-FFF2-40B4-BE49-F238E27FC236}">
                <a16:creationId xmlns:a16="http://schemas.microsoft.com/office/drawing/2014/main" id="{4C548587-9C3A-4510-A113-BE833996C9F4}"/>
              </a:ext>
            </a:extLst>
          </p:cNvPr>
          <p:cNvSpPr>
            <a:spLocks xmlns:a="http://schemas.openxmlformats.org/drawingml/2006/main" noGrp="1"/>
          </p:cNvSpPr>
          <p:nvPr/>
        </p:nvSpPr>
        <p:spPr>
          <a:xfrm xmlns:a="http://schemas.openxmlformats.org/drawingml/2006/main">
            <a:off x="6496050" y="3124200"/>
            <a:ext cx="114300" cy="1143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0" name="Место из базы с исходной ссылкой">
            <a:extLst xmlns:a="http://schemas.openxmlformats.org/drawingml/2006/main">
              <a:ext uri="{FF2B5EF4-FFF2-40B4-BE49-F238E27FC236}">
                <a16:creationId xmlns:a16="http://schemas.microsoft.com/office/drawing/2014/main" id="{05882A39-79C9-4DB7-B3C2-A2774D3F9774}"/>
              </a:ext>
            </a:extLst>
          </p:cNvPr>
          <p:cNvSpPr>
            <a:spLocks xmlns:a="http://schemas.openxmlformats.org/drawingml/2006/main" noGrp="1"/>
          </p:cNvSpPr>
          <p:nvPr/>
        </p:nvSpPr>
        <p:spPr>
          <a:xfrm xmlns:a="http://schemas.openxmlformats.org/drawingml/2006/main">
            <a:off x="6781800" y="2971800"/>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153D3B"/>
                </a:solidFill>
                <a:latin typeface="Segoe UI"/>
                <a:ea typeface="Segoe UI"/>
                <a:cs typeface="Segoe UI"/>
              </a:defRPr>
            </a:defPPr>
            <a:lvl1pPr algn="l">
              <a:defRPr sz="1950" b="0" i="0">
                <a:solidFill>
                  <a:srgbClr val="153D3B"/>
                </a:solidFill>
                <a:latin typeface="Segoe UI"/>
                <a:ea typeface="Segoe UI"/>
                <a:cs typeface="Segoe UI"/>
              </a:defRPr>
            </a:lvl1pPr>
            <a:lvl2pPr algn="l">
              <a:defRPr sz="1950" b="0" i="0">
                <a:solidFill>
                  <a:srgbClr val="153D3B"/>
                </a:solidFill>
                <a:latin typeface="Segoe UI"/>
                <a:ea typeface="Segoe UI"/>
                <a:cs typeface="Segoe UI"/>
              </a:defRPr>
            </a:lvl2pPr>
            <a:lvl3pPr algn="l">
              <a:defRPr sz="1950" b="0" i="0">
                <a:solidFill>
                  <a:srgbClr val="153D3B"/>
                </a:solidFill>
                <a:latin typeface="Segoe UI"/>
                <a:ea typeface="Segoe UI"/>
                <a:cs typeface="Segoe UI"/>
              </a:defRPr>
            </a:lvl3pPr>
            <a:lvl4pPr algn="l">
              <a:defRPr sz="1950" b="0" i="0">
                <a:solidFill>
                  <a:srgbClr val="153D3B"/>
                </a:solidFill>
                <a:latin typeface="Segoe UI"/>
                <a:ea typeface="Segoe UI"/>
                <a:cs typeface="Segoe UI"/>
              </a:defRPr>
            </a:lvl4pPr>
            <a:lvl5pPr algn="l">
              <a:defRPr sz="1950" b="0" i="0">
                <a:solidFill>
                  <a:srgbClr val="153D3B"/>
                </a:solidFill>
                <a:latin typeface="Segoe UI"/>
                <a:ea typeface="Segoe UI"/>
                <a:cs typeface="Segoe UI"/>
              </a:defRPr>
            </a:lvl5pPr>
            <a:lvl6pPr algn="l">
              <a:defRPr sz="1950" b="0" i="0">
                <a:solidFill>
                  <a:srgbClr val="153D3B"/>
                </a:solidFill>
                <a:latin typeface="Segoe UI"/>
                <a:ea typeface="Segoe UI"/>
                <a:cs typeface="Segoe UI"/>
              </a:defRPr>
            </a:lvl6pPr>
            <a:lvl7pPr algn="l">
              <a:defRPr sz="1950" b="0" i="0">
                <a:solidFill>
                  <a:srgbClr val="153D3B"/>
                </a:solidFill>
                <a:latin typeface="Segoe UI"/>
                <a:ea typeface="Segoe UI"/>
                <a:cs typeface="Segoe UI"/>
              </a:defRPr>
            </a:lvl7pPr>
            <a:lvl8pPr algn="l">
              <a:defRPr sz="1950" b="0" i="0">
                <a:solidFill>
                  <a:srgbClr val="153D3B"/>
                </a:solidFill>
                <a:latin typeface="Segoe UI"/>
                <a:ea typeface="Segoe UI"/>
                <a:cs typeface="Segoe UI"/>
              </a:defRPr>
            </a:lvl8pPr>
            <a:lvl9pPr algn="l">
              <a:defRPr sz="1950" b="0" i="0">
                <a:solidFill>
                  <a:srgbClr val="153D3B"/>
                </a:solidFill>
                <a:latin typeface="Segoe UI"/>
                <a:ea typeface="Segoe UI"/>
                <a:cs typeface="Segoe UI"/>
              </a:defRPr>
            </a:lvl9pPr>
          </a:lstStyle>
          <a:p xmlns:a="http://schemas.openxmlformats.org/drawingml/2006/main">
            <a:pPr algn="l">
              <a:lnSpc>
                <a:spcPct val="105000"/>
              </a:lnSpc>
              <a:buNone/>
              <a:defRPr sz="1950" b="0" i="0">
                <a:solidFill>
                  <a:srgbClr val="153D3B"/>
                </a:solidFill>
                <a:latin typeface="Segoe UI"/>
                <a:ea typeface="Segoe UI"/>
                <a:cs typeface="Segoe UI"/>
              </a:defRPr>
            </a:pPr>
            <a:r>
              <a:rPr sz="1950" b="0" i="0">
                <a:solidFill>
                  <a:srgbClr val="153D3B"/>
                </a:solidFill>
                <a:latin typeface="Segoe UI"/>
                <a:ea typeface="Segoe UI"/>
                <a:cs typeface="Segoe UI"/>
              </a:rPr>
              <a:t>Место из базы с исходной ссылкой</a:t>
            </a:r>
          </a:p>
        </p:txBody>
      </p:sp>
      <p:sp>
        <p:nvSpPr>
          <p:cNvPr id="11" name="">
            <a:extLst xmlns:a="http://schemas.openxmlformats.org/drawingml/2006/main">
              <a:ext uri="{FF2B5EF4-FFF2-40B4-BE49-F238E27FC236}">
                <a16:creationId xmlns:a16="http://schemas.microsoft.com/office/drawing/2014/main" id="{267B4369-1ABB-4F02-A5EE-2B8963E0457F}"/>
              </a:ext>
            </a:extLst>
          </p:cNvPr>
          <p:cNvSpPr>
            <a:spLocks xmlns:a="http://schemas.openxmlformats.org/drawingml/2006/main" noGrp="1"/>
          </p:cNvSpPr>
          <p:nvPr/>
        </p:nvSpPr>
        <p:spPr>
          <a:xfrm xmlns:a="http://schemas.openxmlformats.org/drawingml/2006/main">
            <a:off x="6496050" y="3848100"/>
            <a:ext cx="114300" cy="1143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2" name="Весь бюджет, включая возврат">
            <a:extLst xmlns:a="http://schemas.openxmlformats.org/drawingml/2006/main">
              <a:ext uri="{FF2B5EF4-FFF2-40B4-BE49-F238E27FC236}">
                <a16:creationId xmlns:a16="http://schemas.microsoft.com/office/drawing/2014/main" id="{9CC5221C-7CB4-4A4A-8983-17D3620B953F}"/>
              </a:ext>
            </a:extLst>
          </p:cNvPr>
          <p:cNvSpPr>
            <a:spLocks xmlns:a="http://schemas.openxmlformats.org/drawingml/2006/main" noGrp="1"/>
          </p:cNvSpPr>
          <p:nvPr/>
        </p:nvSpPr>
        <p:spPr>
          <a:xfrm xmlns:a="http://schemas.openxmlformats.org/drawingml/2006/main">
            <a:off x="6781800" y="3695700"/>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153D3B"/>
                </a:solidFill>
                <a:latin typeface="Segoe UI"/>
                <a:ea typeface="Segoe UI"/>
                <a:cs typeface="Segoe UI"/>
              </a:defRPr>
            </a:defPPr>
            <a:lvl1pPr algn="l">
              <a:defRPr sz="1950" b="0" i="0">
                <a:solidFill>
                  <a:srgbClr val="153D3B"/>
                </a:solidFill>
                <a:latin typeface="Segoe UI"/>
                <a:ea typeface="Segoe UI"/>
                <a:cs typeface="Segoe UI"/>
              </a:defRPr>
            </a:lvl1pPr>
            <a:lvl2pPr algn="l">
              <a:defRPr sz="1950" b="0" i="0">
                <a:solidFill>
                  <a:srgbClr val="153D3B"/>
                </a:solidFill>
                <a:latin typeface="Segoe UI"/>
                <a:ea typeface="Segoe UI"/>
                <a:cs typeface="Segoe UI"/>
              </a:defRPr>
            </a:lvl2pPr>
            <a:lvl3pPr algn="l">
              <a:defRPr sz="1950" b="0" i="0">
                <a:solidFill>
                  <a:srgbClr val="153D3B"/>
                </a:solidFill>
                <a:latin typeface="Segoe UI"/>
                <a:ea typeface="Segoe UI"/>
                <a:cs typeface="Segoe UI"/>
              </a:defRPr>
            </a:lvl3pPr>
            <a:lvl4pPr algn="l">
              <a:defRPr sz="1950" b="0" i="0">
                <a:solidFill>
                  <a:srgbClr val="153D3B"/>
                </a:solidFill>
                <a:latin typeface="Segoe UI"/>
                <a:ea typeface="Segoe UI"/>
                <a:cs typeface="Segoe UI"/>
              </a:defRPr>
            </a:lvl4pPr>
            <a:lvl5pPr algn="l">
              <a:defRPr sz="1950" b="0" i="0">
                <a:solidFill>
                  <a:srgbClr val="153D3B"/>
                </a:solidFill>
                <a:latin typeface="Segoe UI"/>
                <a:ea typeface="Segoe UI"/>
                <a:cs typeface="Segoe UI"/>
              </a:defRPr>
            </a:lvl5pPr>
            <a:lvl6pPr algn="l">
              <a:defRPr sz="1950" b="0" i="0">
                <a:solidFill>
                  <a:srgbClr val="153D3B"/>
                </a:solidFill>
                <a:latin typeface="Segoe UI"/>
                <a:ea typeface="Segoe UI"/>
                <a:cs typeface="Segoe UI"/>
              </a:defRPr>
            </a:lvl6pPr>
            <a:lvl7pPr algn="l">
              <a:defRPr sz="1950" b="0" i="0">
                <a:solidFill>
                  <a:srgbClr val="153D3B"/>
                </a:solidFill>
                <a:latin typeface="Segoe UI"/>
                <a:ea typeface="Segoe UI"/>
                <a:cs typeface="Segoe UI"/>
              </a:defRPr>
            </a:lvl7pPr>
            <a:lvl8pPr algn="l">
              <a:defRPr sz="1950" b="0" i="0">
                <a:solidFill>
                  <a:srgbClr val="153D3B"/>
                </a:solidFill>
                <a:latin typeface="Segoe UI"/>
                <a:ea typeface="Segoe UI"/>
                <a:cs typeface="Segoe UI"/>
              </a:defRPr>
            </a:lvl8pPr>
            <a:lvl9pPr algn="l">
              <a:defRPr sz="1950" b="0" i="0">
                <a:solidFill>
                  <a:srgbClr val="153D3B"/>
                </a:solidFill>
                <a:latin typeface="Segoe UI"/>
                <a:ea typeface="Segoe UI"/>
                <a:cs typeface="Segoe UI"/>
              </a:defRPr>
            </a:lvl9pPr>
          </a:lstStyle>
          <a:p xmlns:a="http://schemas.openxmlformats.org/drawingml/2006/main">
            <a:pPr algn="l">
              <a:lnSpc>
                <a:spcPct val="105000"/>
              </a:lnSpc>
              <a:buNone/>
              <a:defRPr sz="1950" b="0" i="0">
                <a:solidFill>
                  <a:srgbClr val="153D3B"/>
                </a:solidFill>
                <a:latin typeface="Segoe UI"/>
                <a:ea typeface="Segoe UI"/>
                <a:cs typeface="Segoe UI"/>
              </a:defRPr>
            </a:pPr>
            <a:r>
              <a:rPr sz="1950" b="0" i="0">
                <a:solidFill>
                  <a:srgbClr val="153D3B"/>
                </a:solidFill>
                <a:latin typeface="Segoe UI"/>
                <a:ea typeface="Segoe UI"/>
                <a:cs typeface="Segoe UI"/>
              </a:rPr>
              <a:t>Весь бюджет, включая возврат</a:t>
            </a:r>
          </a:p>
        </p:txBody>
      </p:sp>
      <p:sp>
        <p:nvSpPr>
          <p:cNvPr id="13" name="">
            <a:extLst xmlns:a="http://schemas.openxmlformats.org/drawingml/2006/main">
              <a:ext uri="{FF2B5EF4-FFF2-40B4-BE49-F238E27FC236}">
                <a16:creationId xmlns:a16="http://schemas.microsoft.com/office/drawing/2014/main" id="{D1CD1D4C-BFC9-467D-B74A-10FE671512B0}"/>
              </a:ext>
            </a:extLst>
          </p:cNvPr>
          <p:cNvSpPr>
            <a:spLocks xmlns:a="http://schemas.openxmlformats.org/drawingml/2006/main" noGrp="1"/>
          </p:cNvSpPr>
          <p:nvPr/>
        </p:nvSpPr>
        <p:spPr>
          <a:xfrm xmlns:a="http://schemas.openxmlformats.org/drawingml/2006/main">
            <a:off x="6496050" y="4572000"/>
            <a:ext cx="114300" cy="1143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4" name="Почему подходит и что делать там">
            <a:extLst xmlns:a="http://schemas.openxmlformats.org/drawingml/2006/main">
              <a:ext uri="{FF2B5EF4-FFF2-40B4-BE49-F238E27FC236}">
                <a16:creationId xmlns:a16="http://schemas.microsoft.com/office/drawing/2014/main" id="{1421D68F-7355-4135-B3AE-5796CDEA277D}"/>
              </a:ext>
            </a:extLst>
          </p:cNvPr>
          <p:cNvSpPr>
            <a:spLocks xmlns:a="http://schemas.openxmlformats.org/drawingml/2006/main" noGrp="1"/>
          </p:cNvSpPr>
          <p:nvPr/>
        </p:nvSpPr>
        <p:spPr>
          <a:xfrm xmlns:a="http://schemas.openxmlformats.org/drawingml/2006/main">
            <a:off x="6781800" y="4419600"/>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153D3B"/>
                </a:solidFill>
                <a:latin typeface="Segoe UI"/>
                <a:ea typeface="Segoe UI"/>
                <a:cs typeface="Segoe UI"/>
              </a:defRPr>
            </a:defPPr>
            <a:lvl1pPr algn="l">
              <a:defRPr sz="1950" b="0" i="0">
                <a:solidFill>
                  <a:srgbClr val="153D3B"/>
                </a:solidFill>
                <a:latin typeface="Segoe UI"/>
                <a:ea typeface="Segoe UI"/>
                <a:cs typeface="Segoe UI"/>
              </a:defRPr>
            </a:lvl1pPr>
            <a:lvl2pPr algn="l">
              <a:defRPr sz="1950" b="0" i="0">
                <a:solidFill>
                  <a:srgbClr val="153D3B"/>
                </a:solidFill>
                <a:latin typeface="Segoe UI"/>
                <a:ea typeface="Segoe UI"/>
                <a:cs typeface="Segoe UI"/>
              </a:defRPr>
            </a:lvl2pPr>
            <a:lvl3pPr algn="l">
              <a:defRPr sz="1950" b="0" i="0">
                <a:solidFill>
                  <a:srgbClr val="153D3B"/>
                </a:solidFill>
                <a:latin typeface="Segoe UI"/>
                <a:ea typeface="Segoe UI"/>
                <a:cs typeface="Segoe UI"/>
              </a:defRPr>
            </a:lvl3pPr>
            <a:lvl4pPr algn="l">
              <a:defRPr sz="1950" b="0" i="0">
                <a:solidFill>
                  <a:srgbClr val="153D3B"/>
                </a:solidFill>
                <a:latin typeface="Segoe UI"/>
                <a:ea typeface="Segoe UI"/>
                <a:cs typeface="Segoe UI"/>
              </a:defRPr>
            </a:lvl4pPr>
            <a:lvl5pPr algn="l">
              <a:defRPr sz="1950" b="0" i="0">
                <a:solidFill>
                  <a:srgbClr val="153D3B"/>
                </a:solidFill>
                <a:latin typeface="Segoe UI"/>
                <a:ea typeface="Segoe UI"/>
                <a:cs typeface="Segoe UI"/>
              </a:defRPr>
            </a:lvl5pPr>
            <a:lvl6pPr algn="l">
              <a:defRPr sz="1950" b="0" i="0">
                <a:solidFill>
                  <a:srgbClr val="153D3B"/>
                </a:solidFill>
                <a:latin typeface="Segoe UI"/>
                <a:ea typeface="Segoe UI"/>
                <a:cs typeface="Segoe UI"/>
              </a:defRPr>
            </a:lvl6pPr>
            <a:lvl7pPr algn="l">
              <a:defRPr sz="1950" b="0" i="0">
                <a:solidFill>
                  <a:srgbClr val="153D3B"/>
                </a:solidFill>
                <a:latin typeface="Segoe UI"/>
                <a:ea typeface="Segoe UI"/>
                <a:cs typeface="Segoe UI"/>
              </a:defRPr>
            </a:lvl7pPr>
            <a:lvl8pPr algn="l">
              <a:defRPr sz="1950" b="0" i="0">
                <a:solidFill>
                  <a:srgbClr val="153D3B"/>
                </a:solidFill>
                <a:latin typeface="Segoe UI"/>
                <a:ea typeface="Segoe UI"/>
                <a:cs typeface="Segoe UI"/>
              </a:defRPr>
            </a:lvl8pPr>
            <a:lvl9pPr algn="l">
              <a:defRPr sz="1950" b="0" i="0">
                <a:solidFill>
                  <a:srgbClr val="153D3B"/>
                </a:solidFill>
                <a:latin typeface="Segoe UI"/>
                <a:ea typeface="Segoe UI"/>
                <a:cs typeface="Segoe UI"/>
              </a:defRPr>
            </a:lvl9pPr>
          </a:lstStyle>
          <a:p xmlns:a="http://schemas.openxmlformats.org/drawingml/2006/main">
            <a:pPr algn="l">
              <a:lnSpc>
                <a:spcPct val="105000"/>
              </a:lnSpc>
              <a:buNone/>
              <a:defRPr sz="1950" b="0" i="0">
                <a:solidFill>
                  <a:srgbClr val="153D3B"/>
                </a:solidFill>
                <a:latin typeface="Segoe UI"/>
                <a:ea typeface="Segoe UI"/>
                <a:cs typeface="Segoe UI"/>
              </a:defRPr>
            </a:pPr>
            <a:r>
              <a:rPr sz="1950" b="0" i="0">
                <a:solidFill>
                  <a:srgbClr val="153D3B"/>
                </a:solidFill>
                <a:latin typeface="Segoe UI"/>
                <a:ea typeface="Segoe UI"/>
                <a:cs typeface="Segoe UI"/>
              </a:rPr>
              <a:t>Почему подходит и что делать там</a:t>
            </a:r>
          </a:p>
        </p:txBody>
      </p:sp>
      <p:sp>
        <p:nvSpPr>
          <p:cNvPr id="15" name="Если подходящего варианта нет, сист">
            <a:extLst xmlns:a="http://schemas.openxmlformats.org/drawingml/2006/main">
              <a:ext uri="{FF2B5EF4-FFF2-40B4-BE49-F238E27FC236}">
                <a16:creationId xmlns:a16="http://schemas.microsoft.com/office/drawing/2014/main" id="{3844A4CA-1B11-4A76-BB60-1DA0530A7904}"/>
              </a:ext>
            </a:extLst>
          </p:cNvPr>
          <p:cNvSpPr>
            <a:spLocks xmlns:a="http://schemas.openxmlformats.org/drawingml/2006/main" noGrp="1"/>
          </p:cNvSpPr>
          <p:nvPr/>
        </p:nvSpPr>
        <p:spPr>
          <a:xfrm xmlns:a="http://schemas.openxmlformats.org/drawingml/2006/main">
            <a:off x="609600" y="52673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i="0">
                <a:solidFill>
                  <a:srgbClr val="52716B"/>
                </a:solidFill>
                <a:latin typeface="Segoe UI"/>
                <a:ea typeface="Segoe UI"/>
                <a:cs typeface="Segoe UI"/>
              </a:defRPr>
            </a:defPPr>
            <a:lvl1pPr algn="l">
              <a:defRPr sz="2175" b="0" i="0">
                <a:solidFill>
                  <a:srgbClr val="52716B"/>
                </a:solidFill>
                <a:latin typeface="Segoe UI"/>
                <a:ea typeface="Segoe UI"/>
                <a:cs typeface="Segoe UI"/>
              </a:defRPr>
            </a:lvl1pPr>
            <a:lvl2pPr algn="l">
              <a:defRPr sz="2175" b="0" i="0">
                <a:solidFill>
                  <a:srgbClr val="52716B"/>
                </a:solidFill>
                <a:latin typeface="Segoe UI"/>
                <a:ea typeface="Segoe UI"/>
                <a:cs typeface="Segoe UI"/>
              </a:defRPr>
            </a:lvl2pPr>
            <a:lvl3pPr algn="l">
              <a:defRPr sz="2175" b="0" i="0">
                <a:solidFill>
                  <a:srgbClr val="52716B"/>
                </a:solidFill>
                <a:latin typeface="Segoe UI"/>
                <a:ea typeface="Segoe UI"/>
                <a:cs typeface="Segoe UI"/>
              </a:defRPr>
            </a:lvl3pPr>
            <a:lvl4pPr algn="l">
              <a:defRPr sz="2175" b="0" i="0">
                <a:solidFill>
                  <a:srgbClr val="52716B"/>
                </a:solidFill>
                <a:latin typeface="Segoe UI"/>
                <a:ea typeface="Segoe UI"/>
                <a:cs typeface="Segoe UI"/>
              </a:defRPr>
            </a:lvl4pPr>
            <a:lvl5pPr algn="l">
              <a:defRPr sz="2175" b="0" i="0">
                <a:solidFill>
                  <a:srgbClr val="52716B"/>
                </a:solidFill>
                <a:latin typeface="Segoe UI"/>
                <a:ea typeface="Segoe UI"/>
                <a:cs typeface="Segoe UI"/>
              </a:defRPr>
            </a:lvl5pPr>
            <a:lvl6pPr algn="l">
              <a:defRPr sz="2175" b="0" i="0">
                <a:solidFill>
                  <a:srgbClr val="52716B"/>
                </a:solidFill>
                <a:latin typeface="Segoe UI"/>
                <a:ea typeface="Segoe UI"/>
                <a:cs typeface="Segoe UI"/>
              </a:defRPr>
            </a:lvl6pPr>
            <a:lvl7pPr algn="l">
              <a:defRPr sz="2175" b="0" i="0">
                <a:solidFill>
                  <a:srgbClr val="52716B"/>
                </a:solidFill>
                <a:latin typeface="Segoe UI"/>
                <a:ea typeface="Segoe UI"/>
                <a:cs typeface="Segoe UI"/>
              </a:defRPr>
            </a:lvl7pPr>
            <a:lvl8pPr algn="l">
              <a:defRPr sz="2175" b="0" i="0">
                <a:solidFill>
                  <a:srgbClr val="52716B"/>
                </a:solidFill>
                <a:latin typeface="Segoe UI"/>
                <a:ea typeface="Segoe UI"/>
                <a:cs typeface="Segoe UI"/>
              </a:defRPr>
            </a:lvl8pPr>
            <a:lvl9pPr algn="l">
              <a:defRPr sz="2175" b="0" i="0">
                <a:solidFill>
                  <a:srgbClr val="52716B"/>
                </a:solidFill>
                <a:latin typeface="Segoe UI"/>
                <a:ea typeface="Segoe UI"/>
                <a:cs typeface="Segoe UI"/>
              </a:defRPr>
            </a:lvl9pPr>
          </a:lstStyle>
          <a:p xmlns:a="http://schemas.openxmlformats.org/drawingml/2006/main">
            <a:pPr algn="l">
              <a:lnSpc>
                <a:spcPct val="105000"/>
              </a:lnSpc>
              <a:buNone/>
              <a:defRPr sz="2175" b="0" i="0">
                <a:solidFill>
                  <a:srgbClr val="52716B"/>
                </a:solidFill>
                <a:latin typeface="Segoe UI"/>
                <a:ea typeface="Segoe UI"/>
                <a:cs typeface="Segoe UI"/>
              </a:defRPr>
            </a:pPr>
            <a:r>
              <a:rPr sz="2175" b="0" i="0">
                <a:solidFill>
                  <a:srgbClr val="52716B"/>
                </a:solidFill>
                <a:latin typeface="Segoe UI"/>
                <a:ea typeface="Segoe UI"/>
                <a:cs typeface="Segoe UI"/>
              </a:rPr>
              <a:t>Если подходящего варианта нет, система объясняет причину</a:t>
            </a:r>
          </a:p>
          <a:p xmlns:a="http://schemas.openxmlformats.org/drawingml/2006/main">
            <a:pPr algn="l">
              <a:lnSpc>
                <a:spcPct val="105000"/>
              </a:lnSpc>
              <a:buNone/>
              <a:defRPr sz="2175" b="0" i="0">
                <a:solidFill>
                  <a:srgbClr val="52716B"/>
                </a:solidFill>
                <a:latin typeface="Segoe UI"/>
                <a:ea typeface="Segoe UI"/>
                <a:cs typeface="Segoe UI"/>
              </a:defRPr>
            </a:pPr>
            <a:r>
              <a:rPr sz="2175" b="0" i="0">
                <a:solidFill>
                  <a:srgbClr val="52716B"/>
                </a:solidFill>
                <a:latin typeface="Segoe UI"/>
                <a:ea typeface="Segoe UI"/>
                <a:cs typeface="Segoe UI"/>
              </a:rPr>
              <a:t>и предлагает изменить время или ограничения.</a:t>
            </a:r>
          </a:p>
        </p:txBody>
      </p:sp>
    </p:spTree>
    <p:extLst>
      <p:ext uri="{BB962C8B-B14F-4D97-AF65-F5344CB8AC3E}">
        <p14:creationId xmlns:p14="http://schemas.microsoft.com/office/powerpoint/2010/main" val="86228210"/>
      </p:ext>
    </p:extLst>
  </p:cSld>
</p:sld>
</file>

<file path=ppt/slides/slide6.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4" name="С ребёнком, не дальше 10 минут">
            <a:extLst xmlns:a="http://schemas.openxmlformats.org/drawingml/2006/main">
              <a:ext uri="{FF2B5EF4-FFF2-40B4-BE49-F238E27FC236}">
                <a16:creationId xmlns:a16="http://schemas.microsoft.com/office/drawing/2014/main" id="{C1519A52-F680-469E-9952-8180D1BD8594}"/>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С ребёнком, не дальше 10 минут</a:t>
            </a:r>
          </a:p>
        </p:txBody>
      </p:sp>
      <p:sp>
        <p:nvSpPr>
          <p:cNvPr id="2" name="Демонстрационный сценарий 2">
            <a:extLst xmlns:a="http://schemas.openxmlformats.org/drawingml/2006/main">
              <a:ext uri="{FF2B5EF4-FFF2-40B4-BE49-F238E27FC236}">
                <a16:creationId xmlns:a16="http://schemas.microsoft.com/office/drawing/2014/main" id="{0A12F0C7-F8EF-4272-ABBF-4EBDB8F00F3F}"/>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Демонстрационный сценарий 2</a:t>
            </a:r>
          </a:p>
        </p:txBody>
      </p:sp>
      <p:sp>
        <p:nvSpPr>
          <p:cNvPr id="3" name="">
            <a:extLst xmlns:a="http://schemas.openxmlformats.org/drawingml/2006/main">
              <a:ext uri="{FF2B5EF4-FFF2-40B4-BE49-F238E27FC236}">
                <a16:creationId xmlns:a16="http://schemas.microsoft.com/office/drawing/2014/main" id="{4060AADD-71E4-4361-8D6E-7B34C7D00431}"/>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A895C76C-C267-4E0A-86CC-22DA64708EE7}"/>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6">
            <a:extLst xmlns:a="http://schemas.openxmlformats.org/drawingml/2006/main">
              <a:ext uri="{FF2B5EF4-FFF2-40B4-BE49-F238E27FC236}">
                <a16:creationId xmlns:a16="http://schemas.microsoft.com/office/drawing/2014/main" id="{F3573E64-9F8A-4B31-82BA-A5E1577607C5}"/>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06</a:t>
            </a:r>
          </a:p>
        </p:txBody>
      </p:sp>
      <p:sp>
        <p:nvSpPr>
          <p:cNvPr id="6" name="10">
            <a:extLst xmlns:a="http://schemas.openxmlformats.org/drawingml/2006/main">
              <a:ext uri="{FF2B5EF4-FFF2-40B4-BE49-F238E27FC236}">
                <a16:creationId xmlns:a16="http://schemas.microsoft.com/office/drawing/2014/main" id="{1B45134A-A637-4AEF-AA84-F761CD697232}"/>
              </a:ext>
            </a:extLst>
          </p:cNvPr>
          <p:cNvSpPr>
            <a:spLocks xmlns:a="http://schemas.openxmlformats.org/drawingml/2006/main" noGrp="1"/>
          </p:cNvSpPr>
          <p:nvPr/>
        </p:nvSpPr>
        <p:spPr>
          <a:xfrm xmlns:a="http://schemas.openxmlformats.org/drawingml/2006/main">
            <a:off x="542925" y="241935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0" b="1" i="0">
                <a:solidFill>
                  <a:srgbClr val="1D8B82"/>
                </a:solidFill>
                <a:latin typeface="Segoe UI"/>
                <a:ea typeface="Segoe UI"/>
                <a:cs typeface="Segoe UI"/>
              </a:defRPr>
            </a:defPPr>
            <a:lvl1pPr algn="l">
              <a:defRPr sz="11250" b="1" i="0">
                <a:solidFill>
                  <a:srgbClr val="1D8B82"/>
                </a:solidFill>
                <a:latin typeface="Segoe UI"/>
                <a:ea typeface="Segoe UI"/>
                <a:cs typeface="Segoe UI"/>
              </a:defRPr>
            </a:lvl1pPr>
            <a:lvl2pPr algn="l">
              <a:defRPr sz="11250" b="1" i="0">
                <a:solidFill>
                  <a:srgbClr val="1D8B82"/>
                </a:solidFill>
                <a:latin typeface="Segoe UI"/>
                <a:ea typeface="Segoe UI"/>
                <a:cs typeface="Segoe UI"/>
              </a:defRPr>
            </a:lvl2pPr>
            <a:lvl3pPr algn="l">
              <a:defRPr sz="11250" b="1" i="0">
                <a:solidFill>
                  <a:srgbClr val="1D8B82"/>
                </a:solidFill>
                <a:latin typeface="Segoe UI"/>
                <a:ea typeface="Segoe UI"/>
                <a:cs typeface="Segoe UI"/>
              </a:defRPr>
            </a:lvl3pPr>
            <a:lvl4pPr algn="l">
              <a:defRPr sz="11250" b="1" i="0">
                <a:solidFill>
                  <a:srgbClr val="1D8B82"/>
                </a:solidFill>
                <a:latin typeface="Segoe UI"/>
                <a:ea typeface="Segoe UI"/>
                <a:cs typeface="Segoe UI"/>
              </a:defRPr>
            </a:lvl4pPr>
            <a:lvl5pPr algn="l">
              <a:defRPr sz="11250" b="1" i="0">
                <a:solidFill>
                  <a:srgbClr val="1D8B82"/>
                </a:solidFill>
                <a:latin typeface="Segoe UI"/>
                <a:ea typeface="Segoe UI"/>
                <a:cs typeface="Segoe UI"/>
              </a:defRPr>
            </a:lvl5pPr>
            <a:lvl6pPr algn="l">
              <a:defRPr sz="11250" b="1" i="0">
                <a:solidFill>
                  <a:srgbClr val="1D8B82"/>
                </a:solidFill>
                <a:latin typeface="Segoe UI"/>
                <a:ea typeface="Segoe UI"/>
                <a:cs typeface="Segoe UI"/>
              </a:defRPr>
            </a:lvl6pPr>
            <a:lvl7pPr algn="l">
              <a:defRPr sz="11250" b="1" i="0">
                <a:solidFill>
                  <a:srgbClr val="1D8B82"/>
                </a:solidFill>
                <a:latin typeface="Segoe UI"/>
                <a:ea typeface="Segoe UI"/>
                <a:cs typeface="Segoe UI"/>
              </a:defRPr>
            </a:lvl7pPr>
            <a:lvl8pPr algn="l">
              <a:defRPr sz="11250" b="1" i="0">
                <a:solidFill>
                  <a:srgbClr val="1D8B82"/>
                </a:solidFill>
                <a:latin typeface="Segoe UI"/>
                <a:ea typeface="Segoe UI"/>
                <a:cs typeface="Segoe UI"/>
              </a:defRPr>
            </a:lvl8pPr>
            <a:lvl9pPr algn="l">
              <a:defRPr sz="11250" b="1" i="0">
                <a:solidFill>
                  <a:srgbClr val="1D8B82"/>
                </a:solidFill>
                <a:latin typeface="Segoe UI"/>
                <a:ea typeface="Segoe UI"/>
                <a:cs typeface="Segoe UI"/>
              </a:defRPr>
            </a:lvl9pPr>
          </a:lstStyle>
          <a:p xmlns:a="http://schemas.openxmlformats.org/drawingml/2006/main">
            <a:pPr algn="l">
              <a:lnSpc>
                <a:spcPct val="105000"/>
              </a:lnSpc>
              <a:buNone/>
              <a:defRPr sz="11250" b="1" i="0">
                <a:solidFill>
                  <a:srgbClr val="1D8B82"/>
                </a:solidFill>
                <a:latin typeface="Segoe UI"/>
                <a:ea typeface="Segoe UI"/>
                <a:cs typeface="Segoe UI"/>
              </a:defRPr>
            </a:pPr>
            <a:r>
              <a:rPr sz="11250" b="1" i="0">
                <a:solidFill>
                  <a:srgbClr val="1D8B82"/>
                </a:solidFill>
                <a:latin typeface="Segoe UI"/>
                <a:ea typeface="Segoe UI"/>
                <a:cs typeface="Segoe UI"/>
              </a:rPr>
              <a:t>10</a:t>
            </a:r>
          </a:p>
        </p:txBody>
      </p:sp>
      <p:sp>
        <p:nvSpPr>
          <p:cNvPr id="7" name="минут пешком до места">
            <a:extLst xmlns:a="http://schemas.openxmlformats.org/drawingml/2006/main">
              <a:ext uri="{FF2B5EF4-FFF2-40B4-BE49-F238E27FC236}">
                <a16:creationId xmlns:a16="http://schemas.microsoft.com/office/drawing/2014/main" id="{93AC6F36-E81E-4BD4-AC03-BBA731B39707}"/>
              </a:ext>
            </a:extLst>
          </p:cNvPr>
          <p:cNvSpPr>
            <a:spLocks xmlns:a="http://schemas.openxmlformats.org/drawingml/2006/main" noGrp="1"/>
          </p:cNvSpPr>
          <p:nvPr/>
        </p:nvSpPr>
        <p:spPr>
          <a:xfrm xmlns:a="http://schemas.openxmlformats.org/drawingml/2006/main">
            <a:off x="609600" y="4248150"/>
            <a:ext cx="4143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i="0">
                <a:solidFill>
                  <a:srgbClr val="153D3B"/>
                </a:solidFill>
                <a:latin typeface="Segoe UI"/>
                <a:ea typeface="Segoe UI"/>
                <a:cs typeface="Segoe UI"/>
              </a:defRPr>
            </a:defPPr>
            <a:lvl1pPr algn="l">
              <a:defRPr sz="2175" b="1" i="0">
                <a:solidFill>
                  <a:srgbClr val="153D3B"/>
                </a:solidFill>
                <a:latin typeface="Segoe UI"/>
                <a:ea typeface="Segoe UI"/>
                <a:cs typeface="Segoe UI"/>
              </a:defRPr>
            </a:lvl1pPr>
            <a:lvl2pPr algn="l">
              <a:defRPr sz="2175" b="1" i="0">
                <a:solidFill>
                  <a:srgbClr val="153D3B"/>
                </a:solidFill>
                <a:latin typeface="Segoe UI"/>
                <a:ea typeface="Segoe UI"/>
                <a:cs typeface="Segoe UI"/>
              </a:defRPr>
            </a:lvl2pPr>
            <a:lvl3pPr algn="l">
              <a:defRPr sz="2175" b="1" i="0">
                <a:solidFill>
                  <a:srgbClr val="153D3B"/>
                </a:solidFill>
                <a:latin typeface="Segoe UI"/>
                <a:ea typeface="Segoe UI"/>
                <a:cs typeface="Segoe UI"/>
              </a:defRPr>
            </a:lvl3pPr>
            <a:lvl4pPr algn="l">
              <a:defRPr sz="2175" b="1" i="0">
                <a:solidFill>
                  <a:srgbClr val="153D3B"/>
                </a:solidFill>
                <a:latin typeface="Segoe UI"/>
                <a:ea typeface="Segoe UI"/>
                <a:cs typeface="Segoe UI"/>
              </a:defRPr>
            </a:lvl4pPr>
            <a:lvl5pPr algn="l">
              <a:defRPr sz="2175" b="1" i="0">
                <a:solidFill>
                  <a:srgbClr val="153D3B"/>
                </a:solidFill>
                <a:latin typeface="Segoe UI"/>
                <a:ea typeface="Segoe UI"/>
                <a:cs typeface="Segoe UI"/>
              </a:defRPr>
            </a:lvl5pPr>
            <a:lvl6pPr algn="l">
              <a:defRPr sz="2175" b="1" i="0">
                <a:solidFill>
                  <a:srgbClr val="153D3B"/>
                </a:solidFill>
                <a:latin typeface="Segoe UI"/>
                <a:ea typeface="Segoe UI"/>
                <a:cs typeface="Segoe UI"/>
              </a:defRPr>
            </a:lvl6pPr>
            <a:lvl7pPr algn="l">
              <a:defRPr sz="2175" b="1" i="0">
                <a:solidFill>
                  <a:srgbClr val="153D3B"/>
                </a:solidFill>
                <a:latin typeface="Segoe UI"/>
                <a:ea typeface="Segoe UI"/>
                <a:cs typeface="Segoe UI"/>
              </a:defRPr>
            </a:lvl7pPr>
            <a:lvl8pPr algn="l">
              <a:defRPr sz="2175" b="1" i="0">
                <a:solidFill>
                  <a:srgbClr val="153D3B"/>
                </a:solidFill>
                <a:latin typeface="Segoe UI"/>
                <a:ea typeface="Segoe UI"/>
                <a:cs typeface="Segoe UI"/>
              </a:defRPr>
            </a:lvl8pPr>
            <a:lvl9pPr algn="l">
              <a:defRPr sz="2175" b="1" i="0">
                <a:solidFill>
                  <a:srgbClr val="153D3B"/>
                </a:solidFill>
                <a:latin typeface="Segoe UI"/>
                <a:ea typeface="Segoe UI"/>
                <a:cs typeface="Segoe UI"/>
              </a:defRPr>
            </a:lvl9pPr>
          </a:lstStyle>
          <a:p xmlns:a="http://schemas.openxmlformats.org/drawingml/2006/main">
            <a:pPr algn="l">
              <a:lnSpc>
                <a:spcPct val="105000"/>
              </a:lnSpc>
              <a:buNone/>
              <a:defRPr sz="2175" b="1" i="0">
                <a:solidFill>
                  <a:srgbClr val="153D3B"/>
                </a:solidFill>
                <a:latin typeface="Segoe UI"/>
                <a:ea typeface="Segoe UI"/>
                <a:cs typeface="Segoe UI"/>
              </a:defRPr>
            </a:pPr>
            <a:r>
              <a:rPr sz="2175" b="1" i="0">
                <a:solidFill>
                  <a:srgbClr val="153D3B"/>
                </a:solidFill>
                <a:latin typeface="Segoe UI"/>
                <a:ea typeface="Segoe UI"/>
                <a:cs typeface="Segoe UI"/>
              </a:rPr>
              <a:t>минут пешком до места</a:t>
            </a:r>
          </a:p>
        </p:txBody>
      </p:sp>
      <p:sp>
        <p:nvSpPr>
          <p:cNvPr id="8" name="Жёсткое условие">
            <a:extLst xmlns:a="http://schemas.openxmlformats.org/drawingml/2006/main">
              <a:ext uri="{FF2B5EF4-FFF2-40B4-BE49-F238E27FC236}">
                <a16:creationId xmlns:a16="http://schemas.microsoft.com/office/drawing/2014/main" id="{9A3C0F96-F5E2-465C-92A0-11555EA6D9B9}"/>
              </a:ext>
            </a:extLst>
          </p:cNvPr>
          <p:cNvSpPr>
            <a:spLocks xmlns:a="http://schemas.openxmlformats.org/drawingml/2006/main" noGrp="1"/>
          </p:cNvSpPr>
          <p:nvPr/>
        </p:nvSpPr>
        <p:spPr>
          <a:xfrm xmlns:a="http://schemas.openxmlformats.org/drawingml/2006/main">
            <a:off x="5438775" y="240030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Жёсткое условие</a:t>
            </a:r>
          </a:p>
        </p:txBody>
      </p:sp>
      <p:sp>
        <p:nvSpPr>
          <p:cNvPr id="9" name="Каждый кандидат укладывается&#10;в зада">
            <a:extLst xmlns:a="http://schemas.openxmlformats.org/drawingml/2006/main">
              <a:ext uri="{FF2B5EF4-FFF2-40B4-BE49-F238E27FC236}">
                <a16:creationId xmlns:a16="http://schemas.microsoft.com/office/drawing/2014/main" id="{D9BCD55F-4B68-41B6-8A1E-A29A13BCCDE4}"/>
              </a:ext>
            </a:extLst>
          </p:cNvPr>
          <p:cNvSpPr>
            <a:spLocks xmlns:a="http://schemas.openxmlformats.org/drawingml/2006/main" noGrp="1"/>
          </p:cNvSpPr>
          <p:nvPr/>
        </p:nvSpPr>
        <p:spPr>
          <a:xfrm xmlns:a="http://schemas.openxmlformats.org/drawingml/2006/main">
            <a:off x="5438775" y="2762250"/>
            <a:ext cx="590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153D3B"/>
                </a:solidFill>
                <a:latin typeface="Segoe UI"/>
                <a:ea typeface="Segoe UI"/>
                <a:cs typeface="Segoe UI"/>
              </a:defRPr>
            </a:defPPr>
            <a:lvl1pPr algn="l">
              <a:defRPr sz="2025" b="1" i="0">
                <a:solidFill>
                  <a:srgbClr val="153D3B"/>
                </a:solidFill>
                <a:latin typeface="Segoe UI"/>
                <a:ea typeface="Segoe UI"/>
                <a:cs typeface="Segoe UI"/>
              </a:defRPr>
            </a:lvl1pPr>
            <a:lvl2pPr algn="l">
              <a:defRPr sz="2025" b="1" i="0">
                <a:solidFill>
                  <a:srgbClr val="153D3B"/>
                </a:solidFill>
                <a:latin typeface="Segoe UI"/>
                <a:ea typeface="Segoe UI"/>
                <a:cs typeface="Segoe UI"/>
              </a:defRPr>
            </a:lvl2pPr>
            <a:lvl3pPr algn="l">
              <a:defRPr sz="2025" b="1" i="0">
                <a:solidFill>
                  <a:srgbClr val="153D3B"/>
                </a:solidFill>
                <a:latin typeface="Segoe UI"/>
                <a:ea typeface="Segoe UI"/>
                <a:cs typeface="Segoe UI"/>
              </a:defRPr>
            </a:lvl3pPr>
            <a:lvl4pPr algn="l">
              <a:defRPr sz="2025" b="1" i="0">
                <a:solidFill>
                  <a:srgbClr val="153D3B"/>
                </a:solidFill>
                <a:latin typeface="Segoe UI"/>
                <a:ea typeface="Segoe UI"/>
                <a:cs typeface="Segoe UI"/>
              </a:defRPr>
            </a:lvl4pPr>
            <a:lvl5pPr algn="l">
              <a:defRPr sz="2025" b="1" i="0">
                <a:solidFill>
                  <a:srgbClr val="153D3B"/>
                </a:solidFill>
                <a:latin typeface="Segoe UI"/>
                <a:ea typeface="Segoe UI"/>
                <a:cs typeface="Segoe UI"/>
              </a:defRPr>
            </a:lvl5pPr>
            <a:lvl6pPr algn="l">
              <a:defRPr sz="2025" b="1" i="0">
                <a:solidFill>
                  <a:srgbClr val="153D3B"/>
                </a:solidFill>
                <a:latin typeface="Segoe UI"/>
                <a:ea typeface="Segoe UI"/>
                <a:cs typeface="Segoe UI"/>
              </a:defRPr>
            </a:lvl6pPr>
            <a:lvl7pPr algn="l">
              <a:defRPr sz="2025" b="1" i="0">
                <a:solidFill>
                  <a:srgbClr val="153D3B"/>
                </a:solidFill>
                <a:latin typeface="Segoe UI"/>
                <a:ea typeface="Segoe UI"/>
                <a:cs typeface="Segoe UI"/>
              </a:defRPr>
            </a:lvl7pPr>
            <a:lvl8pPr algn="l">
              <a:defRPr sz="2025" b="1" i="0">
                <a:solidFill>
                  <a:srgbClr val="153D3B"/>
                </a:solidFill>
                <a:latin typeface="Segoe UI"/>
                <a:ea typeface="Segoe UI"/>
                <a:cs typeface="Segoe UI"/>
              </a:defRPr>
            </a:lvl8pPr>
            <a:lvl9pPr algn="l">
              <a:defRPr sz="2025" b="1" i="0">
                <a:solidFill>
                  <a:srgbClr val="153D3B"/>
                </a:solidFill>
                <a:latin typeface="Segoe UI"/>
                <a:ea typeface="Segoe UI"/>
                <a:cs typeface="Segoe UI"/>
              </a:defRPr>
            </a:lvl9pPr>
          </a:lstStyle>
          <a:p xmlns:a="http://schemas.openxmlformats.org/drawingml/2006/main">
            <a:pPr algn="l">
              <a:lnSpc>
                <a:spcPct val="105000"/>
              </a:lnSpc>
              <a:buNone/>
              <a:defRPr sz="2025" b="1" i="0">
                <a:solidFill>
                  <a:srgbClr val="153D3B"/>
                </a:solidFill>
                <a:latin typeface="Segoe UI"/>
                <a:ea typeface="Segoe UI"/>
                <a:cs typeface="Segoe UI"/>
              </a:defRPr>
            </a:pPr>
            <a:r>
              <a:rPr sz="2025" b="1" i="0">
                <a:solidFill>
                  <a:srgbClr val="153D3B"/>
                </a:solidFill>
                <a:latin typeface="Segoe UI"/>
                <a:ea typeface="Segoe UI"/>
                <a:cs typeface="Segoe UI"/>
              </a:rPr>
              <a:t>Каждый кандидат укладывается</a:t>
            </a:r>
          </a:p>
          <a:p xmlns:a="http://schemas.openxmlformats.org/drawingml/2006/main">
            <a:pPr algn="l">
              <a:lnSpc>
                <a:spcPct val="105000"/>
              </a:lnSpc>
              <a:buNone/>
              <a:defRPr sz="2025" b="1" i="0">
                <a:solidFill>
                  <a:srgbClr val="153D3B"/>
                </a:solidFill>
                <a:latin typeface="Segoe UI"/>
                <a:ea typeface="Segoe UI"/>
                <a:cs typeface="Segoe UI"/>
              </a:defRPr>
            </a:pPr>
            <a:r>
              <a:rPr sz="2025" b="1" i="0">
                <a:solidFill>
                  <a:srgbClr val="153D3B"/>
                </a:solidFill>
                <a:latin typeface="Segoe UI"/>
                <a:ea typeface="Segoe UI"/>
                <a:cs typeface="Segoe UI"/>
              </a:rPr>
              <a:t>в заданное время до места</a:t>
            </a:r>
          </a:p>
        </p:txBody>
      </p:sp>
      <p:sp>
        <p:nvSpPr>
          <p:cNvPr id="10" name="Общий бюджет">
            <a:extLst xmlns:a="http://schemas.openxmlformats.org/drawingml/2006/main">
              <a:ext uri="{FF2B5EF4-FFF2-40B4-BE49-F238E27FC236}">
                <a16:creationId xmlns:a16="http://schemas.microsoft.com/office/drawing/2014/main" id="{3687BD7B-4B03-4790-A5F9-149C8605C88F}"/>
              </a:ext>
            </a:extLst>
          </p:cNvPr>
          <p:cNvSpPr>
            <a:spLocks xmlns:a="http://schemas.openxmlformats.org/drawingml/2006/main" noGrp="1"/>
          </p:cNvSpPr>
          <p:nvPr/>
        </p:nvSpPr>
        <p:spPr>
          <a:xfrm xmlns:a="http://schemas.openxmlformats.org/drawingml/2006/main">
            <a:off x="5438775" y="3552825"/>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Общий бюджет</a:t>
            </a:r>
          </a:p>
        </p:txBody>
      </p:sp>
      <p:sp>
        <p:nvSpPr>
          <p:cNvPr id="11" name="Визит, возврат и резерв&#10;тоже должны">
            <a:extLst xmlns:a="http://schemas.openxmlformats.org/drawingml/2006/main">
              <a:ext uri="{FF2B5EF4-FFF2-40B4-BE49-F238E27FC236}">
                <a16:creationId xmlns:a16="http://schemas.microsoft.com/office/drawing/2014/main" id="{E6497D62-D0AC-499E-9FC8-9419D333C1AF}"/>
              </a:ext>
            </a:extLst>
          </p:cNvPr>
          <p:cNvSpPr>
            <a:spLocks xmlns:a="http://schemas.openxmlformats.org/drawingml/2006/main" noGrp="1"/>
          </p:cNvSpPr>
          <p:nvPr/>
        </p:nvSpPr>
        <p:spPr>
          <a:xfrm xmlns:a="http://schemas.openxmlformats.org/drawingml/2006/main">
            <a:off x="5438775" y="3914775"/>
            <a:ext cx="590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Визит, возврат и резерв</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тоже должны поместиться</a:t>
            </a:r>
          </a:p>
        </p:txBody>
      </p:sp>
      <p:sp>
        <p:nvSpPr>
          <p:cNvPr id="12" name="Неизвестные свойства">
            <a:extLst xmlns:a="http://schemas.openxmlformats.org/drawingml/2006/main">
              <a:ext uri="{FF2B5EF4-FFF2-40B4-BE49-F238E27FC236}">
                <a16:creationId xmlns:a16="http://schemas.microsoft.com/office/drawing/2014/main" id="{D4E47FB0-6C82-46C0-BF70-AA6AC4353456}"/>
              </a:ext>
            </a:extLst>
          </p:cNvPr>
          <p:cNvSpPr>
            <a:spLocks xmlns:a="http://schemas.openxmlformats.org/drawingml/2006/main" noGrp="1"/>
          </p:cNvSpPr>
          <p:nvPr/>
        </p:nvSpPr>
        <p:spPr>
          <a:xfrm xmlns:a="http://schemas.openxmlformats.org/drawingml/2006/main">
            <a:off x="5438775" y="470535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Неизвестные свойства</a:t>
            </a:r>
          </a:p>
        </p:txBody>
      </p:sp>
      <p:sp>
        <p:nvSpPr>
          <p:cNvPr id="13" name="Возраст, доступность и удобства&#10;нел">
            <a:extLst xmlns:a="http://schemas.openxmlformats.org/drawingml/2006/main">
              <a:ext uri="{FF2B5EF4-FFF2-40B4-BE49-F238E27FC236}">
                <a16:creationId xmlns:a16="http://schemas.microsoft.com/office/drawing/2014/main" id="{1ABF72D1-BCAA-4D03-9BA1-B50ABBDF9B66}"/>
              </a:ext>
            </a:extLst>
          </p:cNvPr>
          <p:cNvSpPr>
            <a:spLocks xmlns:a="http://schemas.openxmlformats.org/drawingml/2006/main" noGrp="1"/>
          </p:cNvSpPr>
          <p:nvPr/>
        </p:nvSpPr>
        <p:spPr>
          <a:xfrm xmlns:a="http://schemas.openxmlformats.org/drawingml/2006/main">
            <a:off x="5438775" y="5067300"/>
            <a:ext cx="590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Возраст, доступность и удобства</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нельзя придумывать</a:t>
            </a:r>
          </a:p>
        </p:txBody>
      </p:sp>
    </p:spTree>
    <p:extLst>
      <p:ext uri="{BB962C8B-B14F-4D97-AF65-F5344CB8AC3E}">
        <p14:creationId xmlns:p14="http://schemas.microsoft.com/office/powerpoint/2010/main" val="418901805"/>
      </p:ext>
    </p:extLst>
  </p:cSld>
</p:sld>
</file>

<file path=ppt/slides/slide7.xml><?xml version="1.0" encoding="utf-8"?>
<p:sld xmlns:p="http://schemas.openxmlformats.org/presentationml/2006/main">
  <p:cSld>
    <p:bg>
      <p:bgPr>
        <a:solidFill xmlns:a="http://schemas.openxmlformats.org/drawingml/2006/main">
          <a:srgbClr val="153D3B"/>
        </a:solidFill>
      </p:bgPr>
    </p:bg>
    <p:spTree>
      <p:nvGrpSpPr>
        <p:cNvPr id="1" name=""/>
        <p:cNvGrpSpPr/>
        <p:nvPr/>
      </p:nvGrpSpPr>
      <p:grpSpPr>
        <a:xfrm xmlns:a="http://schemas.openxmlformats.org/drawingml/2006/main"/>
      </p:grpSpPr>
      <p:sp>
        <p:nvSpPr>
          <p:cNvPr id="12" name="Кофе поздно. Розетка неизвестна">
            <a:extLst xmlns:a="http://schemas.openxmlformats.org/drawingml/2006/main">
              <a:ext uri="{FF2B5EF4-FFF2-40B4-BE49-F238E27FC236}">
                <a16:creationId xmlns:a16="http://schemas.microsoft.com/office/drawing/2014/main" id="{1BCAA310-A536-44F8-B13E-053D78F04F48}"/>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F3F0E7"/>
                </a:solidFill>
                <a:latin typeface="Segoe UI"/>
                <a:ea typeface="Segoe UI"/>
                <a:cs typeface="Segoe UI"/>
              </a:defRPr>
            </a:defPPr>
            <a:lvl1pPr algn="l">
              <a:defRPr sz="3450" b="1" i="0">
                <a:solidFill>
                  <a:srgbClr val="F3F0E7"/>
                </a:solidFill>
                <a:latin typeface="Segoe UI"/>
                <a:ea typeface="Segoe UI"/>
                <a:cs typeface="Segoe UI"/>
              </a:defRPr>
            </a:lvl1pPr>
            <a:lvl2pPr algn="l">
              <a:defRPr sz="3450" b="1" i="0">
                <a:solidFill>
                  <a:srgbClr val="F3F0E7"/>
                </a:solidFill>
                <a:latin typeface="Segoe UI"/>
                <a:ea typeface="Segoe UI"/>
                <a:cs typeface="Segoe UI"/>
              </a:defRPr>
            </a:lvl2pPr>
            <a:lvl3pPr algn="l">
              <a:defRPr sz="3450" b="1" i="0">
                <a:solidFill>
                  <a:srgbClr val="F3F0E7"/>
                </a:solidFill>
                <a:latin typeface="Segoe UI"/>
                <a:ea typeface="Segoe UI"/>
                <a:cs typeface="Segoe UI"/>
              </a:defRPr>
            </a:lvl3pPr>
            <a:lvl4pPr algn="l">
              <a:defRPr sz="3450" b="1" i="0">
                <a:solidFill>
                  <a:srgbClr val="F3F0E7"/>
                </a:solidFill>
                <a:latin typeface="Segoe UI"/>
                <a:ea typeface="Segoe UI"/>
                <a:cs typeface="Segoe UI"/>
              </a:defRPr>
            </a:lvl4pPr>
            <a:lvl5pPr algn="l">
              <a:defRPr sz="3450" b="1" i="0">
                <a:solidFill>
                  <a:srgbClr val="F3F0E7"/>
                </a:solidFill>
                <a:latin typeface="Segoe UI"/>
                <a:ea typeface="Segoe UI"/>
                <a:cs typeface="Segoe UI"/>
              </a:defRPr>
            </a:lvl5pPr>
            <a:lvl6pPr algn="l">
              <a:defRPr sz="3450" b="1" i="0">
                <a:solidFill>
                  <a:srgbClr val="F3F0E7"/>
                </a:solidFill>
                <a:latin typeface="Segoe UI"/>
                <a:ea typeface="Segoe UI"/>
                <a:cs typeface="Segoe UI"/>
              </a:defRPr>
            </a:lvl6pPr>
            <a:lvl7pPr algn="l">
              <a:defRPr sz="3450" b="1" i="0">
                <a:solidFill>
                  <a:srgbClr val="F3F0E7"/>
                </a:solidFill>
                <a:latin typeface="Segoe UI"/>
                <a:ea typeface="Segoe UI"/>
                <a:cs typeface="Segoe UI"/>
              </a:defRPr>
            </a:lvl7pPr>
            <a:lvl8pPr algn="l">
              <a:defRPr sz="3450" b="1" i="0">
                <a:solidFill>
                  <a:srgbClr val="F3F0E7"/>
                </a:solidFill>
                <a:latin typeface="Segoe UI"/>
                <a:ea typeface="Segoe UI"/>
                <a:cs typeface="Segoe UI"/>
              </a:defRPr>
            </a:lvl8pPr>
            <a:lvl9pPr algn="l">
              <a:defRPr sz="3450" b="1" i="0">
                <a:solidFill>
                  <a:srgbClr val="F3F0E7"/>
                </a:solidFill>
                <a:latin typeface="Segoe UI"/>
                <a:ea typeface="Segoe UI"/>
                <a:cs typeface="Segoe UI"/>
              </a:defRPr>
            </a:lvl9pPr>
          </a:lstStyle>
          <a:p xmlns:a="http://schemas.openxmlformats.org/drawingml/2006/main">
            <a:pPr algn="l">
              <a:lnSpc>
                <a:spcPct val="105000"/>
              </a:lnSpc>
              <a:buNone/>
              <a:defRPr sz="3450" b="1" i="0">
                <a:solidFill>
                  <a:srgbClr val="F3F0E7"/>
                </a:solidFill>
                <a:latin typeface="Segoe UI"/>
                <a:ea typeface="Segoe UI"/>
                <a:cs typeface="Segoe UI"/>
              </a:defRPr>
            </a:pPr>
            <a:r>
              <a:rPr sz="3450" b="1" i="0">
                <a:solidFill>
                  <a:srgbClr val="F3F0E7"/>
                </a:solidFill>
                <a:latin typeface="Segoe UI"/>
                <a:ea typeface="Segoe UI"/>
                <a:cs typeface="Segoe UI"/>
              </a:rPr>
              <a:t>Кофе поздно. Розетка неизвестна</a:t>
            </a:r>
          </a:p>
        </p:txBody>
      </p:sp>
      <p:sp>
        <p:nvSpPr>
          <p:cNvPr id="2" name="Демонстрационный сценарий 3">
            <a:extLst xmlns:a="http://schemas.openxmlformats.org/drawingml/2006/main">
              <a:ext uri="{FF2B5EF4-FFF2-40B4-BE49-F238E27FC236}">
                <a16:creationId xmlns:a16="http://schemas.microsoft.com/office/drawing/2014/main" id="{F78F981B-CDD9-4717-B0AC-508CC89C7392}"/>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CDE4DB"/>
                </a:solidFill>
                <a:latin typeface="Segoe UI"/>
                <a:ea typeface="Segoe UI"/>
                <a:cs typeface="Segoe UI"/>
              </a:defRPr>
            </a:defPPr>
            <a:lvl1pPr algn="l">
              <a:defRPr sz="1800" b="0" i="0">
                <a:solidFill>
                  <a:srgbClr val="CDE4DB"/>
                </a:solidFill>
                <a:latin typeface="Segoe UI"/>
                <a:ea typeface="Segoe UI"/>
                <a:cs typeface="Segoe UI"/>
              </a:defRPr>
            </a:lvl1pPr>
            <a:lvl2pPr algn="l">
              <a:defRPr sz="1800" b="0" i="0">
                <a:solidFill>
                  <a:srgbClr val="CDE4DB"/>
                </a:solidFill>
                <a:latin typeface="Segoe UI"/>
                <a:ea typeface="Segoe UI"/>
                <a:cs typeface="Segoe UI"/>
              </a:defRPr>
            </a:lvl2pPr>
            <a:lvl3pPr algn="l">
              <a:defRPr sz="1800" b="0" i="0">
                <a:solidFill>
                  <a:srgbClr val="CDE4DB"/>
                </a:solidFill>
                <a:latin typeface="Segoe UI"/>
                <a:ea typeface="Segoe UI"/>
                <a:cs typeface="Segoe UI"/>
              </a:defRPr>
            </a:lvl3pPr>
            <a:lvl4pPr algn="l">
              <a:defRPr sz="1800" b="0" i="0">
                <a:solidFill>
                  <a:srgbClr val="CDE4DB"/>
                </a:solidFill>
                <a:latin typeface="Segoe UI"/>
                <a:ea typeface="Segoe UI"/>
                <a:cs typeface="Segoe UI"/>
              </a:defRPr>
            </a:lvl4pPr>
            <a:lvl5pPr algn="l">
              <a:defRPr sz="1800" b="0" i="0">
                <a:solidFill>
                  <a:srgbClr val="CDE4DB"/>
                </a:solidFill>
                <a:latin typeface="Segoe UI"/>
                <a:ea typeface="Segoe UI"/>
                <a:cs typeface="Segoe UI"/>
              </a:defRPr>
            </a:lvl5pPr>
            <a:lvl6pPr algn="l">
              <a:defRPr sz="1800" b="0" i="0">
                <a:solidFill>
                  <a:srgbClr val="CDE4DB"/>
                </a:solidFill>
                <a:latin typeface="Segoe UI"/>
                <a:ea typeface="Segoe UI"/>
                <a:cs typeface="Segoe UI"/>
              </a:defRPr>
            </a:lvl6pPr>
            <a:lvl7pPr algn="l">
              <a:defRPr sz="1800" b="0" i="0">
                <a:solidFill>
                  <a:srgbClr val="CDE4DB"/>
                </a:solidFill>
                <a:latin typeface="Segoe UI"/>
                <a:ea typeface="Segoe UI"/>
                <a:cs typeface="Segoe UI"/>
              </a:defRPr>
            </a:lvl7pPr>
            <a:lvl8pPr algn="l">
              <a:defRPr sz="1800" b="0" i="0">
                <a:solidFill>
                  <a:srgbClr val="CDE4DB"/>
                </a:solidFill>
                <a:latin typeface="Segoe UI"/>
                <a:ea typeface="Segoe UI"/>
                <a:cs typeface="Segoe UI"/>
              </a:defRPr>
            </a:lvl8pPr>
            <a:lvl9pPr algn="l">
              <a:defRPr sz="1800" b="0" i="0">
                <a:solidFill>
                  <a:srgbClr val="CDE4DB"/>
                </a:solidFill>
                <a:latin typeface="Segoe UI"/>
                <a:ea typeface="Segoe UI"/>
                <a:cs typeface="Segoe UI"/>
              </a:defRPr>
            </a:lvl9pPr>
          </a:lstStyle>
          <a:p xmlns:a="http://schemas.openxmlformats.org/drawingml/2006/main">
            <a:pPr algn="l">
              <a:lnSpc>
                <a:spcPct val="105000"/>
              </a:lnSpc>
              <a:buNone/>
              <a:defRPr sz="1800" b="0" i="0">
                <a:solidFill>
                  <a:srgbClr val="CDE4DB"/>
                </a:solidFill>
                <a:latin typeface="Segoe UI"/>
                <a:ea typeface="Segoe UI"/>
                <a:cs typeface="Segoe UI"/>
              </a:defRPr>
            </a:pPr>
            <a:r>
              <a:rPr sz="1800" b="0" i="0">
                <a:solidFill>
                  <a:srgbClr val="CDE4DB"/>
                </a:solidFill>
                <a:latin typeface="Segoe UI"/>
                <a:ea typeface="Segoe UI"/>
                <a:cs typeface="Segoe UI"/>
              </a:rPr>
              <a:t>Демонстрационный сценарий 3</a:t>
            </a:r>
          </a:p>
        </p:txBody>
      </p:sp>
      <p:sp>
        <p:nvSpPr>
          <p:cNvPr id="3" name="">
            <a:extLst xmlns:a="http://schemas.openxmlformats.org/drawingml/2006/main">
              <a:ext uri="{FF2B5EF4-FFF2-40B4-BE49-F238E27FC236}">
                <a16:creationId xmlns:a16="http://schemas.microsoft.com/office/drawing/2014/main" id="{190AD148-3332-4C1B-B5C0-4383938988B2}"/>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38635D"/>
            </a:solidFill>
            <a:prstDash val="solid"/>
          </a:ln>
        </p:spPr>
      </p:sp>
      <p:sp>
        <p:nvSpPr>
          <p:cNvPr id="4" name="ASCENSION">
            <a:extLst xmlns:a="http://schemas.openxmlformats.org/drawingml/2006/main">
              <a:ext uri="{FF2B5EF4-FFF2-40B4-BE49-F238E27FC236}">
                <a16:creationId xmlns:a16="http://schemas.microsoft.com/office/drawing/2014/main" id="{CED6DE7B-2130-4F50-B3D4-9A9809D54196}"/>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CDE4DB"/>
                </a:solidFill>
                <a:latin typeface="Segoe UI"/>
                <a:ea typeface="Segoe UI"/>
                <a:cs typeface="Segoe UI"/>
              </a:defRPr>
            </a:defPPr>
            <a:lvl1pPr algn="l">
              <a:defRPr sz="1050" b="1" i="0">
                <a:solidFill>
                  <a:srgbClr val="CDE4DB"/>
                </a:solidFill>
                <a:latin typeface="Segoe UI"/>
                <a:ea typeface="Segoe UI"/>
                <a:cs typeface="Segoe UI"/>
              </a:defRPr>
            </a:lvl1pPr>
            <a:lvl2pPr algn="l">
              <a:defRPr sz="1050" b="1" i="0">
                <a:solidFill>
                  <a:srgbClr val="CDE4DB"/>
                </a:solidFill>
                <a:latin typeface="Segoe UI"/>
                <a:ea typeface="Segoe UI"/>
                <a:cs typeface="Segoe UI"/>
              </a:defRPr>
            </a:lvl2pPr>
            <a:lvl3pPr algn="l">
              <a:defRPr sz="1050" b="1" i="0">
                <a:solidFill>
                  <a:srgbClr val="CDE4DB"/>
                </a:solidFill>
                <a:latin typeface="Segoe UI"/>
                <a:ea typeface="Segoe UI"/>
                <a:cs typeface="Segoe UI"/>
              </a:defRPr>
            </a:lvl3pPr>
            <a:lvl4pPr algn="l">
              <a:defRPr sz="1050" b="1" i="0">
                <a:solidFill>
                  <a:srgbClr val="CDE4DB"/>
                </a:solidFill>
                <a:latin typeface="Segoe UI"/>
                <a:ea typeface="Segoe UI"/>
                <a:cs typeface="Segoe UI"/>
              </a:defRPr>
            </a:lvl4pPr>
            <a:lvl5pPr algn="l">
              <a:defRPr sz="1050" b="1" i="0">
                <a:solidFill>
                  <a:srgbClr val="CDE4DB"/>
                </a:solidFill>
                <a:latin typeface="Segoe UI"/>
                <a:ea typeface="Segoe UI"/>
                <a:cs typeface="Segoe UI"/>
              </a:defRPr>
            </a:lvl5pPr>
            <a:lvl6pPr algn="l">
              <a:defRPr sz="1050" b="1" i="0">
                <a:solidFill>
                  <a:srgbClr val="CDE4DB"/>
                </a:solidFill>
                <a:latin typeface="Segoe UI"/>
                <a:ea typeface="Segoe UI"/>
                <a:cs typeface="Segoe UI"/>
              </a:defRPr>
            </a:lvl6pPr>
            <a:lvl7pPr algn="l">
              <a:defRPr sz="1050" b="1" i="0">
                <a:solidFill>
                  <a:srgbClr val="CDE4DB"/>
                </a:solidFill>
                <a:latin typeface="Segoe UI"/>
                <a:ea typeface="Segoe UI"/>
                <a:cs typeface="Segoe UI"/>
              </a:defRPr>
            </a:lvl7pPr>
            <a:lvl8pPr algn="l">
              <a:defRPr sz="1050" b="1" i="0">
                <a:solidFill>
                  <a:srgbClr val="CDE4DB"/>
                </a:solidFill>
                <a:latin typeface="Segoe UI"/>
                <a:ea typeface="Segoe UI"/>
                <a:cs typeface="Segoe UI"/>
              </a:defRPr>
            </a:lvl8pPr>
            <a:lvl9pPr algn="l">
              <a:defRPr sz="1050" b="1" i="0">
                <a:solidFill>
                  <a:srgbClr val="CDE4DB"/>
                </a:solidFill>
                <a:latin typeface="Segoe UI"/>
                <a:ea typeface="Segoe UI"/>
                <a:cs typeface="Segoe UI"/>
              </a:defRPr>
            </a:lvl9pPr>
          </a:lstStyle>
          <a:p xmlns:a="http://schemas.openxmlformats.org/drawingml/2006/main">
            <a:pPr algn="l">
              <a:lnSpc>
                <a:spcPct val="105000"/>
              </a:lnSpc>
              <a:buNone/>
              <a:defRPr sz="1050" b="1" i="0">
                <a:solidFill>
                  <a:srgbClr val="CDE4DB"/>
                </a:solidFill>
                <a:latin typeface="Segoe UI"/>
                <a:ea typeface="Segoe UI"/>
                <a:cs typeface="Segoe UI"/>
              </a:defRPr>
            </a:pPr>
            <a:r>
              <a:rPr sz="1050" b="1" i="0">
                <a:solidFill>
                  <a:srgbClr val="CDE4DB"/>
                </a:solidFill>
                <a:latin typeface="Segoe UI"/>
                <a:ea typeface="Segoe UI"/>
                <a:cs typeface="Segoe UI"/>
              </a:rPr>
              <a:t>ASCENSION</a:t>
            </a:r>
          </a:p>
        </p:txBody>
      </p:sp>
      <p:sp>
        <p:nvSpPr>
          <p:cNvPr id="5" name="07">
            <a:extLst xmlns:a="http://schemas.openxmlformats.org/drawingml/2006/main">
              <a:ext uri="{FF2B5EF4-FFF2-40B4-BE49-F238E27FC236}">
                <a16:creationId xmlns:a16="http://schemas.microsoft.com/office/drawing/2014/main" id="{75CB51B1-C3D0-4B03-A803-94DFEEFE4657}"/>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CDE4DB"/>
                </a:solidFill>
                <a:latin typeface="Segoe UI"/>
                <a:ea typeface="Segoe UI"/>
                <a:cs typeface="Segoe UI"/>
              </a:defRPr>
            </a:defPPr>
            <a:lvl1pPr algn="r">
              <a:defRPr sz="1350" b="0" i="0">
                <a:solidFill>
                  <a:srgbClr val="CDE4DB"/>
                </a:solidFill>
                <a:latin typeface="Segoe UI"/>
                <a:ea typeface="Segoe UI"/>
                <a:cs typeface="Segoe UI"/>
              </a:defRPr>
            </a:lvl1pPr>
            <a:lvl2pPr algn="r">
              <a:defRPr sz="1350" b="0" i="0">
                <a:solidFill>
                  <a:srgbClr val="CDE4DB"/>
                </a:solidFill>
                <a:latin typeface="Segoe UI"/>
                <a:ea typeface="Segoe UI"/>
                <a:cs typeface="Segoe UI"/>
              </a:defRPr>
            </a:lvl2pPr>
            <a:lvl3pPr algn="r">
              <a:defRPr sz="1350" b="0" i="0">
                <a:solidFill>
                  <a:srgbClr val="CDE4DB"/>
                </a:solidFill>
                <a:latin typeface="Segoe UI"/>
                <a:ea typeface="Segoe UI"/>
                <a:cs typeface="Segoe UI"/>
              </a:defRPr>
            </a:lvl3pPr>
            <a:lvl4pPr algn="r">
              <a:defRPr sz="1350" b="0" i="0">
                <a:solidFill>
                  <a:srgbClr val="CDE4DB"/>
                </a:solidFill>
                <a:latin typeface="Segoe UI"/>
                <a:ea typeface="Segoe UI"/>
                <a:cs typeface="Segoe UI"/>
              </a:defRPr>
            </a:lvl4pPr>
            <a:lvl5pPr algn="r">
              <a:defRPr sz="1350" b="0" i="0">
                <a:solidFill>
                  <a:srgbClr val="CDE4DB"/>
                </a:solidFill>
                <a:latin typeface="Segoe UI"/>
                <a:ea typeface="Segoe UI"/>
                <a:cs typeface="Segoe UI"/>
              </a:defRPr>
            </a:lvl5pPr>
            <a:lvl6pPr algn="r">
              <a:defRPr sz="1350" b="0" i="0">
                <a:solidFill>
                  <a:srgbClr val="CDE4DB"/>
                </a:solidFill>
                <a:latin typeface="Segoe UI"/>
                <a:ea typeface="Segoe UI"/>
                <a:cs typeface="Segoe UI"/>
              </a:defRPr>
            </a:lvl6pPr>
            <a:lvl7pPr algn="r">
              <a:defRPr sz="1350" b="0" i="0">
                <a:solidFill>
                  <a:srgbClr val="CDE4DB"/>
                </a:solidFill>
                <a:latin typeface="Segoe UI"/>
                <a:ea typeface="Segoe UI"/>
                <a:cs typeface="Segoe UI"/>
              </a:defRPr>
            </a:lvl7pPr>
            <a:lvl8pPr algn="r">
              <a:defRPr sz="1350" b="0" i="0">
                <a:solidFill>
                  <a:srgbClr val="CDE4DB"/>
                </a:solidFill>
                <a:latin typeface="Segoe UI"/>
                <a:ea typeface="Segoe UI"/>
                <a:cs typeface="Segoe UI"/>
              </a:defRPr>
            </a:lvl8pPr>
            <a:lvl9pPr algn="r">
              <a:defRPr sz="1350" b="0" i="0">
                <a:solidFill>
                  <a:srgbClr val="CDE4DB"/>
                </a:solidFill>
                <a:latin typeface="Segoe UI"/>
                <a:ea typeface="Segoe UI"/>
                <a:cs typeface="Segoe UI"/>
              </a:defRPr>
            </a:lvl9pPr>
          </a:lstStyle>
          <a:p xmlns:a="http://schemas.openxmlformats.org/drawingml/2006/main">
            <a:pPr algn="r">
              <a:lnSpc>
                <a:spcPct val="105000"/>
              </a:lnSpc>
              <a:buNone/>
              <a:defRPr sz="1350" b="0" i="0">
                <a:solidFill>
                  <a:srgbClr val="CDE4DB"/>
                </a:solidFill>
                <a:latin typeface="Segoe UI"/>
                <a:ea typeface="Segoe UI"/>
                <a:cs typeface="Segoe UI"/>
              </a:defRPr>
            </a:pPr>
            <a:r>
              <a:rPr sz="1350" b="0" i="0">
                <a:solidFill>
                  <a:srgbClr val="CDE4DB"/>
                </a:solidFill>
                <a:latin typeface="Segoe UI"/>
                <a:ea typeface="Segoe UI"/>
                <a:cs typeface="Segoe UI"/>
              </a:rPr>
              <a:t>07</a:t>
            </a:r>
          </a:p>
        </p:txBody>
      </p:sp>
      <p:sp>
        <p:nvSpPr>
          <p:cNvPr id="6" name="Запрос">
            <a:extLst xmlns:a="http://schemas.openxmlformats.org/drawingml/2006/main">
              <a:ext uri="{FF2B5EF4-FFF2-40B4-BE49-F238E27FC236}">
                <a16:creationId xmlns:a16="http://schemas.microsoft.com/office/drawing/2014/main" id="{D65A0BD8-51BD-4DA7-97A0-BD26F06B9FA5}"/>
              </a:ext>
            </a:extLst>
          </p:cNvPr>
          <p:cNvSpPr>
            <a:spLocks xmlns:a="http://schemas.openxmlformats.org/drawingml/2006/main" noGrp="1"/>
          </p:cNvSpPr>
          <p:nvPr/>
        </p:nvSpPr>
        <p:spPr>
          <a:xfrm xmlns:a="http://schemas.openxmlformats.org/drawingml/2006/main">
            <a:off x="609600" y="24193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CDE4DB"/>
                </a:solidFill>
                <a:latin typeface="Segoe UI"/>
                <a:ea typeface="Segoe UI"/>
                <a:cs typeface="Segoe UI"/>
              </a:defRPr>
            </a:defPPr>
            <a:lvl1pPr algn="l">
              <a:defRPr sz="1725" b="0" i="0">
                <a:solidFill>
                  <a:srgbClr val="CDE4DB"/>
                </a:solidFill>
                <a:latin typeface="Segoe UI"/>
                <a:ea typeface="Segoe UI"/>
                <a:cs typeface="Segoe UI"/>
              </a:defRPr>
            </a:lvl1pPr>
            <a:lvl2pPr algn="l">
              <a:defRPr sz="1725" b="0" i="0">
                <a:solidFill>
                  <a:srgbClr val="CDE4DB"/>
                </a:solidFill>
                <a:latin typeface="Segoe UI"/>
                <a:ea typeface="Segoe UI"/>
                <a:cs typeface="Segoe UI"/>
              </a:defRPr>
            </a:lvl2pPr>
            <a:lvl3pPr algn="l">
              <a:defRPr sz="1725" b="0" i="0">
                <a:solidFill>
                  <a:srgbClr val="CDE4DB"/>
                </a:solidFill>
                <a:latin typeface="Segoe UI"/>
                <a:ea typeface="Segoe UI"/>
                <a:cs typeface="Segoe UI"/>
              </a:defRPr>
            </a:lvl3pPr>
            <a:lvl4pPr algn="l">
              <a:defRPr sz="1725" b="0" i="0">
                <a:solidFill>
                  <a:srgbClr val="CDE4DB"/>
                </a:solidFill>
                <a:latin typeface="Segoe UI"/>
                <a:ea typeface="Segoe UI"/>
                <a:cs typeface="Segoe UI"/>
              </a:defRPr>
            </a:lvl4pPr>
            <a:lvl5pPr algn="l">
              <a:defRPr sz="1725" b="0" i="0">
                <a:solidFill>
                  <a:srgbClr val="CDE4DB"/>
                </a:solidFill>
                <a:latin typeface="Segoe UI"/>
                <a:ea typeface="Segoe UI"/>
                <a:cs typeface="Segoe UI"/>
              </a:defRPr>
            </a:lvl5pPr>
            <a:lvl6pPr algn="l">
              <a:defRPr sz="1725" b="0" i="0">
                <a:solidFill>
                  <a:srgbClr val="CDE4DB"/>
                </a:solidFill>
                <a:latin typeface="Segoe UI"/>
                <a:ea typeface="Segoe UI"/>
                <a:cs typeface="Segoe UI"/>
              </a:defRPr>
            </a:lvl6pPr>
            <a:lvl7pPr algn="l">
              <a:defRPr sz="1725" b="0" i="0">
                <a:solidFill>
                  <a:srgbClr val="CDE4DB"/>
                </a:solidFill>
                <a:latin typeface="Segoe UI"/>
                <a:ea typeface="Segoe UI"/>
                <a:cs typeface="Segoe UI"/>
              </a:defRPr>
            </a:lvl7pPr>
            <a:lvl8pPr algn="l">
              <a:defRPr sz="1725" b="0" i="0">
                <a:solidFill>
                  <a:srgbClr val="CDE4DB"/>
                </a:solidFill>
                <a:latin typeface="Segoe UI"/>
                <a:ea typeface="Segoe UI"/>
                <a:cs typeface="Segoe UI"/>
              </a:defRPr>
            </a:lvl8pPr>
            <a:lvl9pPr algn="l">
              <a:defRPr sz="1725" b="0" i="0">
                <a:solidFill>
                  <a:srgbClr val="CDE4DB"/>
                </a:solidFill>
                <a:latin typeface="Segoe UI"/>
                <a:ea typeface="Segoe UI"/>
                <a:cs typeface="Segoe UI"/>
              </a:defRPr>
            </a:lvl9pPr>
          </a:lstStyle>
          <a:p xmlns:a="http://schemas.openxmlformats.org/drawingml/2006/main">
            <a:pPr algn="l">
              <a:lnSpc>
                <a:spcPct val="105000"/>
              </a:lnSpc>
              <a:buNone/>
              <a:defRPr sz="1725" b="0" i="0">
                <a:solidFill>
                  <a:srgbClr val="CDE4DB"/>
                </a:solidFill>
                <a:latin typeface="Segoe UI"/>
                <a:ea typeface="Segoe UI"/>
                <a:cs typeface="Segoe UI"/>
              </a:defRPr>
            </a:pPr>
            <a:r>
              <a:rPr sz="1725" b="0" i="0">
                <a:solidFill>
                  <a:srgbClr val="CDE4DB"/>
                </a:solidFill>
                <a:latin typeface="Segoe UI"/>
                <a:ea typeface="Segoe UI"/>
                <a:cs typeface="Segoe UI"/>
              </a:rPr>
              <a:t>Запрос</a:t>
            </a:r>
          </a:p>
        </p:txBody>
      </p:sp>
      <p:sp>
        <p:nvSpPr>
          <p:cNvPr id="7" name="«Кафе с розеткой&#10;поздно вечером, ря">
            <a:extLst xmlns:a="http://schemas.openxmlformats.org/drawingml/2006/main">
              <a:ext uri="{FF2B5EF4-FFF2-40B4-BE49-F238E27FC236}">
                <a16:creationId xmlns:a16="http://schemas.microsoft.com/office/drawing/2014/main" id="{B57BD8CF-7DB5-45C4-8442-EEB2F1F89790}"/>
              </a:ext>
            </a:extLst>
          </p:cNvPr>
          <p:cNvSpPr>
            <a:spLocks xmlns:a="http://schemas.openxmlformats.org/drawingml/2006/main" noGrp="1"/>
          </p:cNvSpPr>
          <p:nvPr/>
        </p:nvSpPr>
        <p:spPr>
          <a:xfrm xmlns:a="http://schemas.openxmlformats.org/drawingml/2006/main">
            <a:off x="609600" y="2952750"/>
            <a:ext cx="4857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i="0">
                <a:solidFill>
                  <a:srgbClr val="F3F0E7"/>
                </a:solidFill>
                <a:latin typeface="Segoe UI"/>
                <a:ea typeface="Segoe UI"/>
                <a:cs typeface="Segoe UI"/>
              </a:defRPr>
            </a:defPPr>
            <a:lvl1pPr algn="l">
              <a:defRPr sz="2775" b="1" i="0">
                <a:solidFill>
                  <a:srgbClr val="F3F0E7"/>
                </a:solidFill>
                <a:latin typeface="Segoe UI"/>
                <a:ea typeface="Segoe UI"/>
                <a:cs typeface="Segoe UI"/>
              </a:defRPr>
            </a:lvl1pPr>
            <a:lvl2pPr algn="l">
              <a:defRPr sz="2775" b="1" i="0">
                <a:solidFill>
                  <a:srgbClr val="F3F0E7"/>
                </a:solidFill>
                <a:latin typeface="Segoe UI"/>
                <a:ea typeface="Segoe UI"/>
                <a:cs typeface="Segoe UI"/>
              </a:defRPr>
            </a:lvl2pPr>
            <a:lvl3pPr algn="l">
              <a:defRPr sz="2775" b="1" i="0">
                <a:solidFill>
                  <a:srgbClr val="F3F0E7"/>
                </a:solidFill>
                <a:latin typeface="Segoe UI"/>
                <a:ea typeface="Segoe UI"/>
                <a:cs typeface="Segoe UI"/>
              </a:defRPr>
            </a:lvl3pPr>
            <a:lvl4pPr algn="l">
              <a:defRPr sz="2775" b="1" i="0">
                <a:solidFill>
                  <a:srgbClr val="F3F0E7"/>
                </a:solidFill>
                <a:latin typeface="Segoe UI"/>
                <a:ea typeface="Segoe UI"/>
                <a:cs typeface="Segoe UI"/>
              </a:defRPr>
            </a:lvl4pPr>
            <a:lvl5pPr algn="l">
              <a:defRPr sz="2775" b="1" i="0">
                <a:solidFill>
                  <a:srgbClr val="F3F0E7"/>
                </a:solidFill>
                <a:latin typeface="Segoe UI"/>
                <a:ea typeface="Segoe UI"/>
                <a:cs typeface="Segoe UI"/>
              </a:defRPr>
            </a:lvl5pPr>
            <a:lvl6pPr algn="l">
              <a:defRPr sz="2775" b="1" i="0">
                <a:solidFill>
                  <a:srgbClr val="F3F0E7"/>
                </a:solidFill>
                <a:latin typeface="Segoe UI"/>
                <a:ea typeface="Segoe UI"/>
                <a:cs typeface="Segoe UI"/>
              </a:defRPr>
            </a:lvl6pPr>
            <a:lvl7pPr algn="l">
              <a:defRPr sz="2775" b="1" i="0">
                <a:solidFill>
                  <a:srgbClr val="F3F0E7"/>
                </a:solidFill>
                <a:latin typeface="Segoe UI"/>
                <a:ea typeface="Segoe UI"/>
                <a:cs typeface="Segoe UI"/>
              </a:defRPr>
            </a:lvl7pPr>
            <a:lvl8pPr algn="l">
              <a:defRPr sz="2775" b="1" i="0">
                <a:solidFill>
                  <a:srgbClr val="F3F0E7"/>
                </a:solidFill>
                <a:latin typeface="Segoe UI"/>
                <a:ea typeface="Segoe UI"/>
                <a:cs typeface="Segoe UI"/>
              </a:defRPr>
            </a:lvl8pPr>
            <a:lvl9pPr algn="l">
              <a:defRPr sz="2775" b="1" i="0">
                <a:solidFill>
                  <a:srgbClr val="F3F0E7"/>
                </a:solidFill>
                <a:latin typeface="Segoe UI"/>
                <a:ea typeface="Segoe UI"/>
                <a:cs typeface="Segoe UI"/>
              </a:defRPr>
            </a:lvl9pPr>
          </a:lstStyle>
          <a:p xmlns:a="http://schemas.openxmlformats.org/drawingml/2006/main">
            <a:pPr algn="l">
              <a:lnSpc>
                <a:spcPct val="105000"/>
              </a:lnSpc>
              <a:buNone/>
              <a:defRPr sz="2775" b="1" i="0">
                <a:solidFill>
                  <a:srgbClr val="F3F0E7"/>
                </a:solidFill>
                <a:latin typeface="Segoe UI"/>
                <a:ea typeface="Segoe UI"/>
                <a:cs typeface="Segoe UI"/>
              </a:defRPr>
            </a:pPr>
            <a:r>
              <a:rPr sz="2775" b="1" i="0">
                <a:solidFill>
                  <a:srgbClr val="F3F0E7"/>
                </a:solidFill>
                <a:latin typeface="Segoe UI"/>
                <a:ea typeface="Segoe UI"/>
                <a:cs typeface="Segoe UI"/>
              </a:rPr>
              <a:t>«Кафе с розеткой</a:t>
            </a:r>
          </a:p>
          <a:p xmlns:a="http://schemas.openxmlformats.org/drawingml/2006/main">
            <a:pPr algn="l">
              <a:lnSpc>
                <a:spcPct val="105000"/>
              </a:lnSpc>
              <a:buNone/>
              <a:defRPr sz="2775" b="1" i="0">
                <a:solidFill>
                  <a:srgbClr val="F3F0E7"/>
                </a:solidFill>
                <a:latin typeface="Segoe UI"/>
                <a:ea typeface="Segoe UI"/>
                <a:cs typeface="Segoe UI"/>
              </a:defRPr>
            </a:pPr>
            <a:r>
              <a:rPr sz="2775" b="1" i="0">
                <a:solidFill>
                  <a:srgbClr val="F3F0E7"/>
                </a:solidFill>
                <a:latin typeface="Segoe UI"/>
                <a:ea typeface="Segoe UI"/>
                <a:cs typeface="Segoe UI"/>
              </a:rPr>
              <a:t>поздно вечером, рядом»</a:t>
            </a:r>
          </a:p>
        </p:txBody>
      </p:sp>
      <p:sp>
        <p:nvSpPr>
          <p:cNvPr id="8" name="">
            <a:extLst xmlns:a="http://schemas.openxmlformats.org/drawingml/2006/main">
              <a:ext uri="{FF2B5EF4-FFF2-40B4-BE49-F238E27FC236}">
                <a16:creationId xmlns:a16="http://schemas.microsoft.com/office/drawing/2014/main" id="{7BAAF7C0-432B-4A75-B1AC-A2D62CDB7354}"/>
              </a:ext>
            </a:extLst>
          </p:cNvPr>
          <p:cNvSpPr>
            <a:spLocks xmlns:a="http://schemas.openxmlformats.org/drawingml/2006/main" noGrp="1"/>
          </p:cNvSpPr>
          <p:nvPr/>
        </p:nvSpPr>
        <p:spPr>
          <a:xfrm xmlns:a="http://schemas.openxmlformats.org/drawingml/2006/main">
            <a:off x="5905500" y="2419350"/>
            <a:ext cx="953" cy="3171825"/>
          </a:xfrm>
          <a:custGeom xmlns:a="http://schemas.openxmlformats.org/drawingml/2006/main">
            <a:pathLst>
              <a:path w="953" h="3171825">
                <a:moveTo>
                  <a:pt x="0" y="0"/>
                </a:moveTo>
                <a:lnTo>
                  <a:pt x="953" y="3171825"/>
                </a:lnTo>
              </a:path>
            </a:pathLst>
          </a:custGeom>
          <a:noFill xmlns:a="http://schemas.openxmlformats.org/drawingml/2006/main"/>
          <a:ln xmlns:a="http://schemas.openxmlformats.org/drawingml/2006/main" w="19050">
            <a:solidFill>
              <a:srgbClr val="527C72"/>
            </a:solidFill>
            <a:prstDash val="solid"/>
          </a:ln>
        </p:spPr>
      </p:sp>
      <p:sp>
        <p:nvSpPr>
          <p:cNvPr id="9" name="Честный тип ответа">
            <a:extLst xmlns:a="http://schemas.openxmlformats.org/drawingml/2006/main">
              <a:ext uri="{FF2B5EF4-FFF2-40B4-BE49-F238E27FC236}">
                <a16:creationId xmlns:a16="http://schemas.microsoft.com/office/drawing/2014/main" id="{C9BCEA79-D123-4D31-965E-10BF183249F9}"/>
              </a:ext>
            </a:extLst>
          </p:cNvPr>
          <p:cNvSpPr>
            <a:spLocks xmlns:a="http://schemas.openxmlformats.org/drawingml/2006/main" noGrp="1"/>
          </p:cNvSpPr>
          <p:nvPr/>
        </p:nvSpPr>
        <p:spPr>
          <a:xfrm xmlns:a="http://schemas.openxmlformats.org/drawingml/2006/main">
            <a:off x="6438900" y="24193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CDE4DB"/>
                </a:solidFill>
                <a:latin typeface="Segoe UI"/>
                <a:ea typeface="Segoe UI"/>
                <a:cs typeface="Segoe UI"/>
              </a:defRPr>
            </a:defPPr>
            <a:lvl1pPr algn="l">
              <a:defRPr sz="1725" b="0" i="0">
                <a:solidFill>
                  <a:srgbClr val="CDE4DB"/>
                </a:solidFill>
                <a:latin typeface="Segoe UI"/>
                <a:ea typeface="Segoe UI"/>
                <a:cs typeface="Segoe UI"/>
              </a:defRPr>
            </a:lvl1pPr>
            <a:lvl2pPr algn="l">
              <a:defRPr sz="1725" b="0" i="0">
                <a:solidFill>
                  <a:srgbClr val="CDE4DB"/>
                </a:solidFill>
                <a:latin typeface="Segoe UI"/>
                <a:ea typeface="Segoe UI"/>
                <a:cs typeface="Segoe UI"/>
              </a:defRPr>
            </a:lvl2pPr>
            <a:lvl3pPr algn="l">
              <a:defRPr sz="1725" b="0" i="0">
                <a:solidFill>
                  <a:srgbClr val="CDE4DB"/>
                </a:solidFill>
                <a:latin typeface="Segoe UI"/>
                <a:ea typeface="Segoe UI"/>
                <a:cs typeface="Segoe UI"/>
              </a:defRPr>
            </a:lvl3pPr>
            <a:lvl4pPr algn="l">
              <a:defRPr sz="1725" b="0" i="0">
                <a:solidFill>
                  <a:srgbClr val="CDE4DB"/>
                </a:solidFill>
                <a:latin typeface="Segoe UI"/>
                <a:ea typeface="Segoe UI"/>
                <a:cs typeface="Segoe UI"/>
              </a:defRPr>
            </a:lvl4pPr>
            <a:lvl5pPr algn="l">
              <a:defRPr sz="1725" b="0" i="0">
                <a:solidFill>
                  <a:srgbClr val="CDE4DB"/>
                </a:solidFill>
                <a:latin typeface="Segoe UI"/>
                <a:ea typeface="Segoe UI"/>
                <a:cs typeface="Segoe UI"/>
              </a:defRPr>
            </a:lvl5pPr>
            <a:lvl6pPr algn="l">
              <a:defRPr sz="1725" b="0" i="0">
                <a:solidFill>
                  <a:srgbClr val="CDE4DB"/>
                </a:solidFill>
                <a:latin typeface="Segoe UI"/>
                <a:ea typeface="Segoe UI"/>
                <a:cs typeface="Segoe UI"/>
              </a:defRPr>
            </a:lvl6pPr>
            <a:lvl7pPr algn="l">
              <a:defRPr sz="1725" b="0" i="0">
                <a:solidFill>
                  <a:srgbClr val="CDE4DB"/>
                </a:solidFill>
                <a:latin typeface="Segoe UI"/>
                <a:ea typeface="Segoe UI"/>
                <a:cs typeface="Segoe UI"/>
              </a:defRPr>
            </a:lvl7pPr>
            <a:lvl8pPr algn="l">
              <a:defRPr sz="1725" b="0" i="0">
                <a:solidFill>
                  <a:srgbClr val="CDE4DB"/>
                </a:solidFill>
                <a:latin typeface="Segoe UI"/>
                <a:ea typeface="Segoe UI"/>
                <a:cs typeface="Segoe UI"/>
              </a:defRPr>
            </a:lvl8pPr>
            <a:lvl9pPr algn="l">
              <a:defRPr sz="1725" b="0" i="0">
                <a:solidFill>
                  <a:srgbClr val="CDE4DB"/>
                </a:solidFill>
                <a:latin typeface="Segoe UI"/>
                <a:ea typeface="Segoe UI"/>
                <a:cs typeface="Segoe UI"/>
              </a:defRPr>
            </a:lvl9pPr>
          </a:lstStyle>
          <a:p xmlns:a="http://schemas.openxmlformats.org/drawingml/2006/main">
            <a:pPr algn="l">
              <a:lnSpc>
                <a:spcPct val="105000"/>
              </a:lnSpc>
              <a:buNone/>
              <a:defRPr sz="1725" b="0" i="0">
                <a:solidFill>
                  <a:srgbClr val="CDE4DB"/>
                </a:solidFill>
                <a:latin typeface="Segoe UI"/>
                <a:ea typeface="Segoe UI"/>
                <a:cs typeface="Segoe UI"/>
              </a:defRPr>
            </a:pPr>
            <a:r>
              <a:rPr sz="1725" b="0" i="0">
                <a:solidFill>
                  <a:srgbClr val="CDE4DB"/>
                </a:solidFill>
                <a:latin typeface="Segoe UI"/>
                <a:ea typeface="Segoe UI"/>
                <a:cs typeface="Segoe UI"/>
              </a:rPr>
              <a:t>Честный тип ответа</a:t>
            </a:r>
          </a:p>
        </p:txBody>
      </p:sp>
      <p:sp>
        <p:nvSpPr>
          <p:cNvPr id="10" name="«Нет подтверждённых вариантов&#10;с роз">
            <a:extLst xmlns:a="http://schemas.openxmlformats.org/drawingml/2006/main">
              <a:ext uri="{FF2B5EF4-FFF2-40B4-BE49-F238E27FC236}">
                <a16:creationId xmlns:a16="http://schemas.microsoft.com/office/drawing/2014/main" id="{8BD261AE-ED39-49A8-B639-74956C17BA3E}"/>
              </a:ext>
            </a:extLst>
          </p:cNvPr>
          <p:cNvSpPr>
            <a:spLocks xmlns:a="http://schemas.openxmlformats.org/drawingml/2006/main" noGrp="1"/>
          </p:cNvSpPr>
          <p:nvPr/>
        </p:nvSpPr>
        <p:spPr>
          <a:xfrm xmlns:a="http://schemas.openxmlformats.org/drawingml/2006/main">
            <a:off x="6438900" y="2962275"/>
            <a:ext cx="504825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i="0">
                <a:solidFill>
                  <a:srgbClr val="F3F0E7"/>
                </a:solidFill>
                <a:latin typeface="Segoe UI"/>
                <a:ea typeface="Segoe UI"/>
                <a:cs typeface="Segoe UI"/>
              </a:defRPr>
            </a:defPPr>
            <a:lvl1pPr algn="l">
              <a:defRPr sz="2475" b="1" i="0">
                <a:solidFill>
                  <a:srgbClr val="F3F0E7"/>
                </a:solidFill>
                <a:latin typeface="Segoe UI"/>
                <a:ea typeface="Segoe UI"/>
                <a:cs typeface="Segoe UI"/>
              </a:defRPr>
            </a:lvl1pPr>
            <a:lvl2pPr algn="l">
              <a:defRPr sz="2475" b="1" i="0">
                <a:solidFill>
                  <a:srgbClr val="F3F0E7"/>
                </a:solidFill>
                <a:latin typeface="Segoe UI"/>
                <a:ea typeface="Segoe UI"/>
                <a:cs typeface="Segoe UI"/>
              </a:defRPr>
            </a:lvl2pPr>
            <a:lvl3pPr algn="l">
              <a:defRPr sz="2475" b="1" i="0">
                <a:solidFill>
                  <a:srgbClr val="F3F0E7"/>
                </a:solidFill>
                <a:latin typeface="Segoe UI"/>
                <a:ea typeface="Segoe UI"/>
                <a:cs typeface="Segoe UI"/>
              </a:defRPr>
            </a:lvl3pPr>
            <a:lvl4pPr algn="l">
              <a:defRPr sz="2475" b="1" i="0">
                <a:solidFill>
                  <a:srgbClr val="F3F0E7"/>
                </a:solidFill>
                <a:latin typeface="Segoe UI"/>
                <a:ea typeface="Segoe UI"/>
                <a:cs typeface="Segoe UI"/>
              </a:defRPr>
            </a:lvl4pPr>
            <a:lvl5pPr algn="l">
              <a:defRPr sz="2475" b="1" i="0">
                <a:solidFill>
                  <a:srgbClr val="F3F0E7"/>
                </a:solidFill>
                <a:latin typeface="Segoe UI"/>
                <a:ea typeface="Segoe UI"/>
                <a:cs typeface="Segoe UI"/>
              </a:defRPr>
            </a:lvl5pPr>
            <a:lvl6pPr algn="l">
              <a:defRPr sz="2475" b="1" i="0">
                <a:solidFill>
                  <a:srgbClr val="F3F0E7"/>
                </a:solidFill>
                <a:latin typeface="Segoe UI"/>
                <a:ea typeface="Segoe UI"/>
                <a:cs typeface="Segoe UI"/>
              </a:defRPr>
            </a:lvl6pPr>
            <a:lvl7pPr algn="l">
              <a:defRPr sz="2475" b="1" i="0">
                <a:solidFill>
                  <a:srgbClr val="F3F0E7"/>
                </a:solidFill>
                <a:latin typeface="Segoe UI"/>
                <a:ea typeface="Segoe UI"/>
                <a:cs typeface="Segoe UI"/>
              </a:defRPr>
            </a:lvl7pPr>
            <a:lvl8pPr algn="l">
              <a:defRPr sz="2475" b="1" i="0">
                <a:solidFill>
                  <a:srgbClr val="F3F0E7"/>
                </a:solidFill>
                <a:latin typeface="Segoe UI"/>
                <a:ea typeface="Segoe UI"/>
                <a:cs typeface="Segoe UI"/>
              </a:defRPr>
            </a:lvl8pPr>
            <a:lvl9pPr algn="l">
              <a:defRPr sz="2475" b="1" i="0">
                <a:solidFill>
                  <a:srgbClr val="F3F0E7"/>
                </a:solidFill>
                <a:latin typeface="Segoe UI"/>
                <a:ea typeface="Segoe UI"/>
                <a:cs typeface="Segoe UI"/>
              </a:defRPr>
            </a:lvl9pPr>
          </a:lstStyle>
          <a:p xmlns:a="http://schemas.openxmlformats.org/drawingml/2006/main">
            <a:pPr algn="l">
              <a:lnSpc>
                <a:spcPct val="105000"/>
              </a:lnSpc>
              <a:buNone/>
              <a:defRPr sz="2475" b="1" i="0">
                <a:solidFill>
                  <a:srgbClr val="F3F0E7"/>
                </a:solidFill>
                <a:latin typeface="Segoe UI"/>
                <a:ea typeface="Segoe UI"/>
                <a:cs typeface="Segoe UI"/>
              </a:defRPr>
            </a:pPr>
            <a:r>
              <a:rPr sz="2475" b="1" i="0">
                <a:solidFill>
                  <a:srgbClr val="F3F0E7"/>
                </a:solidFill>
                <a:latin typeface="Segoe UI"/>
                <a:ea typeface="Segoe UI"/>
                <a:cs typeface="Segoe UI"/>
              </a:rPr>
              <a:t>«Нет подтверждённых вариантов</a:t>
            </a:r>
          </a:p>
          <a:p xmlns:a="http://schemas.openxmlformats.org/drawingml/2006/main">
            <a:pPr algn="l">
              <a:lnSpc>
                <a:spcPct val="105000"/>
              </a:lnSpc>
              <a:buNone/>
              <a:defRPr sz="2475" b="1" i="0">
                <a:solidFill>
                  <a:srgbClr val="F3F0E7"/>
                </a:solidFill>
                <a:latin typeface="Segoe UI"/>
                <a:ea typeface="Segoe UI"/>
                <a:cs typeface="Segoe UI"/>
              </a:defRPr>
            </a:pPr>
            <a:r>
              <a:rPr sz="2475" b="1" i="0">
                <a:solidFill>
                  <a:srgbClr val="F3F0E7"/>
                </a:solidFill>
                <a:latin typeface="Segoe UI"/>
                <a:ea typeface="Segoe UI"/>
                <a:cs typeface="Segoe UI"/>
              </a:rPr>
              <a:t>с розеткой. Наличие розетки</a:t>
            </a:r>
          </a:p>
          <a:p xmlns:a="http://schemas.openxmlformats.org/drawingml/2006/main">
            <a:pPr algn="l">
              <a:lnSpc>
                <a:spcPct val="105000"/>
              </a:lnSpc>
              <a:buNone/>
              <a:defRPr sz="2475" b="1" i="0">
                <a:solidFill>
                  <a:srgbClr val="F3F0E7"/>
                </a:solidFill>
                <a:latin typeface="Segoe UI"/>
                <a:ea typeface="Segoe UI"/>
                <a:cs typeface="Segoe UI"/>
              </a:defRPr>
            </a:pPr>
            <a:r>
              <a:rPr sz="2475" b="1" i="0">
                <a:solidFill>
                  <a:srgbClr val="F3F0E7"/>
                </a:solidFill>
                <a:latin typeface="Segoe UI"/>
                <a:ea typeface="Segoe UI"/>
                <a:cs typeface="Segoe UI"/>
              </a:rPr>
              <a:t>и часы нужно проверить»</a:t>
            </a:r>
          </a:p>
        </p:txBody>
      </p:sp>
      <p:sp>
        <p:nvSpPr>
          <p:cNvPr id="11" name="Отсутствующий тег сохраняет статус ">
            <a:extLst xmlns:a="http://schemas.openxmlformats.org/drawingml/2006/main">
              <a:ext uri="{FF2B5EF4-FFF2-40B4-BE49-F238E27FC236}">
                <a16:creationId xmlns:a16="http://schemas.microsoft.com/office/drawing/2014/main" id="{2FB0FF13-10DA-4B7E-97A8-8603B26610A0}"/>
              </a:ext>
            </a:extLst>
          </p:cNvPr>
          <p:cNvSpPr>
            <a:spLocks xmlns:a="http://schemas.openxmlformats.org/drawingml/2006/main" noGrp="1"/>
          </p:cNvSpPr>
          <p:nvPr/>
        </p:nvSpPr>
        <p:spPr>
          <a:xfrm xmlns:a="http://schemas.openxmlformats.org/drawingml/2006/main">
            <a:off x="609600" y="5324475"/>
            <a:ext cx="10668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CDE4DB"/>
                </a:solidFill>
                <a:latin typeface="Segoe UI"/>
                <a:ea typeface="Segoe UI"/>
                <a:cs typeface="Segoe UI"/>
              </a:defRPr>
            </a:defPPr>
            <a:lvl1pPr algn="l">
              <a:defRPr sz="2025" b="0" i="0">
                <a:solidFill>
                  <a:srgbClr val="CDE4DB"/>
                </a:solidFill>
                <a:latin typeface="Segoe UI"/>
                <a:ea typeface="Segoe UI"/>
                <a:cs typeface="Segoe UI"/>
              </a:defRPr>
            </a:lvl1pPr>
            <a:lvl2pPr algn="l">
              <a:defRPr sz="2025" b="0" i="0">
                <a:solidFill>
                  <a:srgbClr val="CDE4DB"/>
                </a:solidFill>
                <a:latin typeface="Segoe UI"/>
                <a:ea typeface="Segoe UI"/>
                <a:cs typeface="Segoe UI"/>
              </a:defRPr>
            </a:lvl2pPr>
            <a:lvl3pPr algn="l">
              <a:defRPr sz="2025" b="0" i="0">
                <a:solidFill>
                  <a:srgbClr val="CDE4DB"/>
                </a:solidFill>
                <a:latin typeface="Segoe UI"/>
                <a:ea typeface="Segoe UI"/>
                <a:cs typeface="Segoe UI"/>
              </a:defRPr>
            </a:lvl3pPr>
            <a:lvl4pPr algn="l">
              <a:defRPr sz="2025" b="0" i="0">
                <a:solidFill>
                  <a:srgbClr val="CDE4DB"/>
                </a:solidFill>
                <a:latin typeface="Segoe UI"/>
                <a:ea typeface="Segoe UI"/>
                <a:cs typeface="Segoe UI"/>
              </a:defRPr>
            </a:lvl4pPr>
            <a:lvl5pPr algn="l">
              <a:defRPr sz="2025" b="0" i="0">
                <a:solidFill>
                  <a:srgbClr val="CDE4DB"/>
                </a:solidFill>
                <a:latin typeface="Segoe UI"/>
                <a:ea typeface="Segoe UI"/>
                <a:cs typeface="Segoe UI"/>
              </a:defRPr>
            </a:lvl5pPr>
            <a:lvl6pPr algn="l">
              <a:defRPr sz="2025" b="0" i="0">
                <a:solidFill>
                  <a:srgbClr val="CDE4DB"/>
                </a:solidFill>
                <a:latin typeface="Segoe UI"/>
                <a:ea typeface="Segoe UI"/>
                <a:cs typeface="Segoe UI"/>
              </a:defRPr>
            </a:lvl6pPr>
            <a:lvl7pPr algn="l">
              <a:defRPr sz="2025" b="0" i="0">
                <a:solidFill>
                  <a:srgbClr val="CDE4DB"/>
                </a:solidFill>
                <a:latin typeface="Segoe UI"/>
                <a:ea typeface="Segoe UI"/>
                <a:cs typeface="Segoe UI"/>
              </a:defRPr>
            </a:lvl7pPr>
            <a:lvl8pPr algn="l">
              <a:defRPr sz="2025" b="0" i="0">
                <a:solidFill>
                  <a:srgbClr val="CDE4DB"/>
                </a:solidFill>
                <a:latin typeface="Segoe UI"/>
                <a:ea typeface="Segoe UI"/>
                <a:cs typeface="Segoe UI"/>
              </a:defRPr>
            </a:lvl8pPr>
            <a:lvl9pPr algn="l">
              <a:defRPr sz="2025" b="0" i="0">
                <a:solidFill>
                  <a:srgbClr val="CDE4DB"/>
                </a:solidFill>
                <a:latin typeface="Segoe UI"/>
                <a:ea typeface="Segoe UI"/>
                <a:cs typeface="Segoe UI"/>
              </a:defRPr>
            </a:lvl9pPr>
          </a:lstStyle>
          <a:p xmlns:a="http://schemas.openxmlformats.org/drawingml/2006/main">
            <a:pPr algn="l">
              <a:lnSpc>
                <a:spcPct val="105000"/>
              </a:lnSpc>
              <a:buNone/>
              <a:defRPr sz="2025" b="0" i="0">
                <a:solidFill>
                  <a:srgbClr val="CDE4DB"/>
                </a:solidFill>
                <a:latin typeface="Segoe UI"/>
                <a:ea typeface="Segoe UI"/>
                <a:cs typeface="Segoe UI"/>
              </a:defRPr>
            </a:pPr>
            <a:r>
              <a:rPr sz="2025" b="0" i="0">
                <a:solidFill>
                  <a:srgbClr val="CDE4DB"/>
                </a:solidFill>
                <a:latin typeface="Segoe UI"/>
                <a:ea typeface="Segoe UI"/>
                <a:cs typeface="Segoe UI"/>
              </a:rPr>
              <a:t>Отсутствующий тег сохраняет статус «неизвестно».</a:t>
            </a:r>
          </a:p>
          <a:p xmlns:a="http://schemas.openxmlformats.org/drawingml/2006/main">
            <a:pPr algn="l">
              <a:lnSpc>
                <a:spcPct val="105000"/>
              </a:lnSpc>
              <a:buNone/>
              <a:defRPr sz="2025" b="0" i="0">
                <a:solidFill>
                  <a:srgbClr val="CDE4DB"/>
                </a:solidFill>
                <a:latin typeface="Segoe UI"/>
                <a:ea typeface="Segoe UI"/>
                <a:cs typeface="Segoe UI"/>
              </a:defRPr>
            </a:pPr>
            <a:r>
              <a:rPr sz="2025" b="0" i="0">
                <a:solidFill>
                  <a:srgbClr val="CDE4DB"/>
                </a:solidFill>
                <a:latin typeface="Segoe UI"/>
                <a:ea typeface="Segoe UI"/>
                <a:cs typeface="Segoe UI"/>
              </a:rPr>
              <a:t>Система не обещает «открыто сейчас» без данных.</a:t>
            </a:r>
          </a:p>
        </p:txBody>
      </p:sp>
    </p:spTree>
    <p:extLst>
      <p:ext uri="{BB962C8B-B14F-4D97-AF65-F5344CB8AC3E}">
        <p14:creationId xmlns:p14="http://schemas.microsoft.com/office/powerpoint/2010/main" val="1783559406"/>
      </p:ext>
    </p:extLst>
  </p:cSld>
</p:sld>
</file>

<file path=ppt/slides/slide8.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8" name="Границы доверия">
            <a:extLst xmlns:a="http://schemas.openxmlformats.org/drawingml/2006/main">
              <a:ext uri="{FF2B5EF4-FFF2-40B4-BE49-F238E27FC236}">
                <a16:creationId xmlns:a16="http://schemas.microsoft.com/office/drawing/2014/main" id="{BAA11771-0F5F-439C-A849-3D09BB05CECD}"/>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Границы доверия</a:t>
            </a:r>
          </a:p>
        </p:txBody>
      </p:sp>
      <p:sp>
        <p:nvSpPr>
          <p:cNvPr id="2" name="Проектные требования к данным, врем">
            <a:extLst xmlns:a="http://schemas.openxmlformats.org/drawingml/2006/main">
              <a:ext uri="{FF2B5EF4-FFF2-40B4-BE49-F238E27FC236}">
                <a16:creationId xmlns:a16="http://schemas.microsoft.com/office/drawing/2014/main" id="{797183F4-D838-4347-B3E0-CC287C9B1A3E}"/>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Проектные требования к данным, времени и приватности</a:t>
            </a:r>
          </a:p>
        </p:txBody>
      </p:sp>
      <p:sp>
        <p:nvSpPr>
          <p:cNvPr id="3" name="">
            <a:extLst xmlns:a="http://schemas.openxmlformats.org/drawingml/2006/main">
              <a:ext uri="{FF2B5EF4-FFF2-40B4-BE49-F238E27FC236}">
                <a16:creationId xmlns:a16="http://schemas.microsoft.com/office/drawing/2014/main" id="{D490C611-9642-45E6-84E1-014FFE40CDAE}"/>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11A430A5-9E60-45DB-A3F2-4F46178DE026}"/>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8">
            <a:extLst xmlns:a="http://schemas.openxmlformats.org/drawingml/2006/main">
              <a:ext uri="{FF2B5EF4-FFF2-40B4-BE49-F238E27FC236}">
                <a16:creationId xmlns:a16="http://schemas.microsoft.com/office/drawing/2014/main" id="{7FD57151-7623-476B-8DDA-8A21D9C4EA61}"/>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08</a:t>
            </a:r>
          </a:p>
        </p:txBody>
      </p:sp>
      <p:sp>
        <p:nvSpPr>
          <p:cNvPr id="6" name="Данные">
            <a:extLst xmlns:a="http://schemas.openxmlformats.org/drawingml/2006/main">
              <a:ext uri="{FF2B5EF4-FFF2-40B4-BE49-F238E27FC236}">
                <a16:creationId xmlns:a16="http://schemas.microsoft.com/office/drawing/2014/main" id="{DAE25BE1-79D9-4739-B45B-5388A0A63A5C}"/>
              </a:ext>
            </a:extLst>
          </p:cNvPr>
          <p:cNvSpPr>
            <a:spLocks xmlns:a="http://schemas.openxmlformats.org/drawingml/2006/main" noGrp="1"/>
          </p:cNvSpPr>
          <p:nvPr/>
        </p:nvSpPr>
        <p:spPr>
          <a:xfrm xmlns:a="http://schemas.openxmlformats.org/drawingml/2006/main">
            <a:off x="609600" y="2514600"/>
            <a:ext cx="335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153D3B"/>
                </a:solidFill>
                <a:latin typeface="Segoe UI"/>
                <a:ea typeface="Segoe UI"/>
                <a:cs typeface="Segoe UI"/>
              </a:defRPr>
            </a:defPPr>
            <a:lvl1pPr algn="l">
              <a:defRPr sz="2550" b="1" i="0">
                <a:solidFill>
                  <a:srgbClr val="153D3B"/>
                </a:solidFill>
                <a:latin typeface="Segoe UI"/>
                <a:ea typeface="Segoe UI"/>
                <a:cs typeface="Segoe UI"/>
              </a:defRPr>
            </a:lvl1pPr>
            <a:lvl2pPr algn="l">
              <a:defRPr sz="2550" b="1" i="0">
                <a:solidFill>
                  <a:srgbClr val="153D3B"/>
                </a:solidFill>
                <a:latin typeface="Segoe UI"/>
                <a:ea typeface="Segoe UI"/>
                <a:cs typeface="Segoe UI"/>
              </a:defRPr>
            </a:lvl2pPr>
            <a:lvl3pPr algn="l">
              <a:defRPr sz="2550" b="1" i="0">
                <a:solidFill>
                  <a:srgbClr val="153D3B"/>
                </a:solidFill>
                <a:latin typeface="Segoe UI"/>
                <a:ea typeface="Segoe UI"/>
                <a:cs typeface="Segoe UI"/>
              </a:defRPr>
            </a:lvl3pPr>
            <a:lvl4pPr algn="l">
              <a:defRPr sz="2550" b="1" i="0">
                <a:solidFill>
                  <a:srgbClr val="153D3B"/>
                </a:solidFill>
                <a:latin typeface="Segoe UI"/>
                <a:ea typeface="Segoe UI"/>
                <a:cs typeface="Segoe UI"/>
              </a:defRPr>
            </a:lvl4pPr>
            <a:lvl5pPr algn="l">
              <a:defRPr sz="2550" b="1" i="0">
                <a:solidFill>
                  <a:srgbClr val="153D3B"/>
                </a:solidFill>
                <a:latin typeface="Segoe UI"/>
                <a:ea typeface="Segoe UI"/>
                <a:cs typeface="Segoe UI"/>
              </a:defRPr>
            </a:lvl5pPr>
            <a:lvl6pPr algn="l">
              <a:defRPr sz="2550" b="1" i="0">
                <a:solidFill>
                  <a:srgbClr val="153D3B"/>
                </a:solidFill>
                <a:latin typeface="Segoe UI"/>
                <a:ea typeface="Segoe UI"/>
                <a:cs typeface="Segoe UI"/>
              </a:defRPr>
            </a:lvl6pPr>
            <a:lvl7pPr algn="l">
              <a:defRPr sz="2550" b="1" i="0">
                <a:solidFill>
                  <a:srgbClr val="153D3B"/>
                </a:solidFill>
                <a:latin typeface="Segoe UI"/>
                <a:ea typeface="Segoe UI"/>
                <a:cs typeface="Segoe UI"/>
              </a:defRPr>
            </a:lvl7pPr>
            <a:lvl8pPr algn="l">
              <a:defRPr sz="2550" b="1" i="0">
                <a:solidFill>
                  <a:srgbClr val="153D3B"/>
                </a:solidFill>
                <a:latin typeface="Segoe UI"/>
                <a:ea typeface="Segoe UI"/>
                <a:cs typeface="Segoe UI"/>
              </a:defRPr>
            </a:lvl8pPr>
            <a:lvl9pPr algn="l">
              <a:defRPr sz="2550" b="1" i="0">
                <a:solidFill>
                  <a:srgbClr val="153D3B"/>
                </a:solidFill>
                <a:latin typeface="Segoe UI"/>
                <a:ea typeface="Segoe UI"/>
                <a:cs typeface="Segoe UI"/>
              </a:defRPr>
            </a:lvl9pPr>
          </a:lstStyle>
          <a:p xmlns:a="http://schemas.openxmlformats.org/drawingml/2006/main">
            <a:pPr algn="l">
              <a:lnSpc>
                <a:spcPct val="105000"/>
              </a:lnSpc>
              <a:buNone/>
              <a:defRPr sz="2550" b="1" i="0">
                <a:solidFill>
                  <a:srgbClr val="153D3B"/>
                </a:solidFill>
                <a:latin typeface="Segoe UI"/>
                <a:ea typeface="Segoe UI"/>
                <a:cs typeface="Segoe UI"/>
              </a:defRPr>
            </a:pPr>
            <a:r>
              <a:rPr sz="2550" b="1" i="0">
                <a:solidFill>
                  <a:srgbClr val="153D3B"/>
                </a:solidFill>
                <a:latin typeface="Segoe UI"/>
                <a:ea typeface="Segoe UI"/>
                <a:cs typeface="Segoe UI"/>
              </a:rPr>
              <a:t>Данные</a:t>
            </a:r>
          </a:p>
        </p:txBody>
      </p:sp>
      <p:sp>
        <p:nvSpPr>
          <p:cNvPr id="7" name="">
            <a:extLst xmlns:a="http://schemas.openxmlformats.org/drawingml/2006/main">
              <a:ext uri="{FF2B5EF4-FFF2-40B4-BE49-F238E27FC236}">
                <a16:creationId xmlns:a16="http://schemas.microsoft.com/office/drawing/2014/main" id="{FAB34651-D7AB-4E3A-9BEB-3862DF48CB4E}"/>
              </a:ext>
            </a:extLst>
          </p:cNvPr>
          <p:cNvSpPr>
            <a:spLocks xmlns:a="http://schemas.openxmlformats.org/drawingml/2006/main" noGrp="1"/>
          </p:cNvSpPr>
          <p:nvPr/>
        </p:nvSpPr>
        <p:spPr>
          <a:xfrm xmlns:a="http://schemas.openxmlformats.org/drawingml/2006/main">
            <a:off x="609600" y="3171825"/>
            <a:ext cx="3314700" cy="953"/>
          </a:xfrm>
          <a:custGeom xmlns:a="http://schemas.openxmlformats.org/drawingml/2006/main">
            <a:pathLst>
              <a:path w="3314700" h="953">
                <a:moveTo>
                  <a:pt x="0" y="0"/>
                </a:moveTo>
                <a:lnTo>
                  <a:pt x="3314700" y="953"/>
                </a:lnTo>
              </a:path>
            </a:pathLst>
          </a:custGeom>
          <a:noFill xmlns:a="http://schemas.openxmlformats.org/drawingml/2006/main"/>
          <a:ln xmlns:a="http://schemas.openxmlformats.org/drawingml/2006/main" w="28575">
            <a:solidFill>
              <a:srgbClr val="1D8B82"/>
            </a:solidFill>
            <a:prstDash val="solid"/>
          </a:ln>
        </p:spPr>
      </p:sp>
      <p:sp>
        <p:nvSpPr>
          <p:cNvPr id="8" name="OSM может быть неполным&#10;или устарев">
            <a:extLst xmlns:a="http://schemas.openxmlformats.org/drawingml/2006/main">
              <a:ext uri="{FF2B5EF4-FFF2-40B4-BE49-F238E27FC236}">
                <a16:creationId xmlns:a16="http://schemas.microsoft.com/office/drawing/2014/main" id="{0963E50D-9EA5-4E3E-965B-203D31C263EE}"/>
              </a:ext>
            </a:extLst>
          </p:cNvPr>
          <p:cNvSpPr>
            <a:spLocks xmlns:a="http://schemas.openxmlformats.org/drawingml/2006/main" noGrp="1"/>
          </p:cNvSpPr>
          <p:nvPr/>
        </p:nvSpPr>
        <p:spPr>
          <a:xfrm xmlns:a="http://schemas.openxmlformats.org/drawingml/2006/main">
            <a:off x="609600" y="3476625"/>
            <a:ext cx="335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OSM может быть неполным</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или устаревшим</a:t>
            </a:r>
          </a:p>
        </p:txBody>
      </p:sp>
      <p:sp>
        <p:nvSpPr>
          <p:cNvPr id="9" name="Источник и неизвестные&#10;поля рядом с">
            <a:extLst xmlns:a="http://schemas.openxmlformats.org/drawingml/2006/main">
              <a:ext uri="{FF2B5EF4-FFF2-40B4-BE49-F238E27FC236}">
                <a16:creationId xmlns:a16="http://schemas.microsoft.com/office/drawing/2014/main" id="{C4B3BEF5-200A-42B7-9B15-5B8D2B2A6CE5}"/>
              </a:ext>
            </a:extLst>
          </p:cNvPr>
          <p:cNvSpPr>
            <a:spLocks xmlns:a="http://schemas.openxmlformats.org/drawingml/2006/main" noGrp="1"/>
          </p:cNvSpPr>
          <p:nvPr/>
        </p:nvSpPr>
        <p:spPr>
          <a:xfrm xmlns:a="http://schemas.openxmlformats.org/drawingml/2006/main">
            <a:off x="609600" y="4829175"/>
            <a:ext cx="335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D8B82"/>
                </a:solidFill>
                <a:latin typeface="Segoe UI"/>
                <a:ea typeface="Segoe UI"/>
                <a:cs typeface="Segoe UI"/>
              </a:defRPr>
            </a:defPPr>
            <a:lvl1pPr algn="l">
              <a:defRPr sz="1950" b="1" i="0">
                <a:solidFill>
                  <a:srgbClr val="1D8B82"/>
                </a:solidFill>
                <a:latin typeface="Segoe UI"/>
                <a:ea typeface="Segoe UI"/>
                <a:cs typeface="Segoe UI"/>
              </a:defRPr>
            </a:lvl1pPr>
            <a:lvl2pPr algn="l">
              <a:defRPr sz="1950" b="1" i="0">
                <a:solidFill>
                  <a:srgbClr val="1D8B82"/>
                </a:solidFill>
                <a:latin typeface="Segoe UI"/>
                <a:ea typeface="Segoe UI"/>
                <a:cs typeface="Segoe UI"/>
              </a:defRPr>
            </a:lvl2pPr>
            <a:lvl3pPr algn="l">
              <a:defRPr sz="1950" b="1" i="0">
                <a:solidFill>
                  <a:srgbClr val="1D8B82"/>
                </a:solidFill>
                <a:latin typeface="Segoe UI"/>
                <a:ea typeface="Segoe UI"/>
                <a:cs typeface="Segoe UI"/>
              </a:defRPr>
            </a:lvl3pPr>
            <a:lvl4pPr algn="l">
              <a:defRPr sz="1950" b="1" i="0">
                <a:solidFill>
                  <a:srgbClr val="1D8B82"/>
                </a:solidFill>
                <a:latin typeface="Segoe UI"/>
                <a:ea typeface="Segoe UI"/>
                <a:cs typeface="Segoe UI"/>
              </a:defRPr>
            </a:lvl4pPr>
            <a:lvl5pPr algn="l">
              <a:defRPr sz="1950" b="1" i="0">
                <a:solidFill>
                  <a:srgbClr val="1D8B82"/>
                </a:solidFill>
                <a:latin typeface="Segoe UI"/>
                <a:ea typeface="Segoe UI"/>
                <a:cs typeface="Segoe UI"/>
              </a:defRPr>
            </a:lvl5pPr>
            <a:lvl6pPr algn="l">
              <a:defRPr sz="1950" b="1" i="0">
                <a:solidFill>
                  <a:srgbClr val="1D8B82"/>
                </a:solidFill>
                <a:latin typeface="Segoe UI"/>
                <a:ea typeface="Segoe UI"/>
                <a:cs typeface="Segoe UI"/>
              </a:defRPr>
            </a:lvl6pPr>
            <a:lvl7pPr algn="l">
              <a:defRPr sz="1950" b="1" i="0">
                <a:solidFill>
                  <a:srgbClr val="1D8B82"/>
                </a:solidFill>
                <a:latin typeface="Segoe UI"/>
                <a:ea typeface="Segoe UI"/>
                <a:cs typeface="Segoe UI"/>
              </a:defRPr>
            </a:lvl7pPr>
            <a:lvl8pPr algn="l">
              <a:defRPr sz="1950" b="1" i="0">
                <a:solidFill>
                  <a:srgbClr val="1D8B82"/>
                </a:solidFill>
                <a:latin typeface="Segoe UI"/>
                <a:ea typeface="Segoe UI"/>
                <a:cs typeface="Segoe UI"/>
              </a:defRPr>
            </a:lvl8pPr>
            <a:lvl9pPr algn="l">
              <a:defRPr sz="1950" b="1" i="0">
                <a:solidFill>
                  <a:srgbClr val="1D8B82"/>
                </a:solidFill>
                <a:latin typeface="Segoe UI"/>
                <a:ea typeface="Segoe UI"/>
                <a:cs typeface="Segoe UI"/>
              </a:defRPr>
            </a:lvl9pPr>
          </a:lstStyle>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Источник и неизвестные</a:t>
            </a:r>
          </a:p>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поля рядом с советом</a:t>
            </a:r>
          </a:p>
        </p:txBody>
      </p:sp>
      <p:sp>
        <p:nvSpPr>
          <p:cNvPr id="10" name="Время">
            <a:extLst xmlns:a="http://schemas.openxmlformats.org/drawingml/2006/main">
              <a:ext uri="{FF2B5EF4-FFF2-40B4-BE49-F238E27FC236}">
                <a16:creationId xmlns:a16="http://schemas.microsoft.com/office/drawing/2014/main" id="{F9F4203D-75C9-4209-A4AB-3C78297B0CC9}"/>
              </a:ext>
            </a:extLst>
          </p:cNvPr>
          <p:cNvSpPr>
            <a:spLocks xmlns:a="http://schemas.openxmlformats.org/drawingml/2006/main" noGrp="1"/>
          </p:cNvSpPr>
          <p:nvPr/>
        </p:nvSpPr>
        <p:spPr>
          <a:xfrm xmlns:a="http://schemas.openxmlformats.org/drawingml/2006/main">
            <a:off x="4343400" y="2514600"/>
            <a:ext cx="335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153D3B"/>
                </a:solidFill>
                <a:latin typeface="Segoe UI"/>
                <a:ea typeface="Segoe UI"/>
                <a:cs typeface="Segoe UI"/>
              </a:defRPr>
            </a:defPPr>
            <a:lvl1pPr algn="l">
              <a:defRPr sz="2550" b="1" i="0">
                <a:solidFill>
                  <a:srgbClr val="153D3B"/>
                </a:solidFill>
                <a:latin typeface="Segoe UI"/>
                <a:ea typeface="Segoe UI"/>
                <a:cs typeface="Segoe UI"/>
              </a:defRPr>
            </a:lvl1pPr>
            <a:lvl2pPr algn="l">
              <a:defRPr sz="2550" b="1" i="0">
                <a:solidFill>
                  <a:srgbClr val="153D3B"/>
                </a:solidFill>
                <a:latin typeface="Segoe UI"/>
                <a:ea typeface="Segoe UI"/>
                <a:cs typeface="Segoe UI"/>
              </a:defRPr>
            </a:lvl2pPr>
            <a:lvl3pPr algn="l">
              <a:defRPr sz="2550" b="1" i="0">
                <a:solidFill>
                  <a:srgbClr val="153D3B"/>
                </a:solidFill>
                <a:latin typeface="Segoe UI"/>
                <a:ea typeface="Segoe UI"/>
                <a:cs typeface="Segoe UI"/>
              </a:defRPr>
            </a:lvl3pPr>
            <a:lvl4pPr algn="l">
              <a:defRPr sz="2550" b="1" i="0">
                <a:solidFill>
                  <a:srgbClr val="153D3B"/>
                </a:solidFill>
                <a:latin typeface="Segoe UI"/>
                <a:ea typeface="Segoe UI"/>
                <a:cs typeface="Segoe UI"/>
              </a:defRPr>
            </a:lvl4pPr>
            <a:lvl5pPr algn="l">
              <a:defRPr sz="2550" b="1" i="0">
                <a:solidFill>
                  <a:srgbClr val="153D3B"/>
                </a:solidFill>
                <a:latin typeface="Segoe UI"/>
                <a:ea typeface="Segoe UI"/>
                <a:cs typeface="Segoe UI"/>
              </a:defRPr>
            </a:lvl5pPr>
            <a:lvl6pPr algn="l">
              <a:defRPr sz="2550" b="1" i="0">
                <a:solidFill>
                  <a:srgbClr val="153D3B"/>
                </a:solidFill>
                <a:latin typeface="Segoe UI"/>
                <a:ea typeface="Segoe UI"/>
                <a:cs typeface="Segoe UI"/>
              </a:defRPr>
            </a:lvl6pPr>
            <a:lvl7pPr algn="l">
              <a:defRPr sz="2550" b="1" i="0">
                <a:solidFill>
                  <a:srgbClr val="153D3B"/>
                </a:solidFill>
                <a:latin typeface="Segoe UI"/>
                <a:ea typeface="Segoe UI"/>
                <a:cs typeface="Segoe UI"/>
              </a:defRPr>
            </a:lvl7pPr>
            <a:lvl8pPr algn="l">
              <a:defRPr sz="2550" b="1" i="0">
                <a:solidFill>
                  <a:srgbClr val="153D3B"/>
                </a:solidFill>
                <a:latin typeface="Segoe UI"/>
                <a:ea typeface="Segoe UI"/>
                <a:cs typeface="Segoe UI"/>
              </a:defRPr>
            </a:lvl8pPr>
            <a:lvl9pPr algn="l">
              <a:defRPr sz="2550" b="1" i="0">
                <a:solidFill>
                  <a:srgbClr val="153D3B"/>
                </a:solidFill>
                <a:latin typeface="Segoe UI"/>
                <a:ea typeface="Segoe UI"/>
                <a:cs typeface="Segoe UI"/>
              </a:defRPr>
            </a:lvl9pPr>
          </a:lstStyle>
          <a:p xmlns:a="http://schemas.openxmlformats.org/drawingml/2006/main">
            <a:pPr algn="l">
              <a:lnSpc>
                <a:spcPct val="105000"/>
              </a:lnSpc>
              <a:buNone/>
              <a:defRPr sz="2550" b="1" i="0">
                <a:solidFill>
                  <a:srgbClr val="153D3B"/>
                </a:solidFill>
                <a:latin typeface="Segoe UI"/>
                <a:ea typeface="Segoe UI"/>
                <a:cs typeface="Segoe UI"/>
              </a:defRPr>
            </a:pPr>
            <a:r>
              <a:rPr sz="2550" b="1" i="0">
                <a:solidFill>
                  <a:srgbClr val="153D3B"/>
                </a:solidFill>
                <a:latin typeface="Segoe UI"/>
                <a:ea typeface="Segoe UI"/>
                <a:cs typeface="Segoe UI"/>
              </a:rPr>
              <a:t>Время</a:t>
            </a:r>
          </a:p>
        </p:txBody>
      </p:sp>
      <p:sp>
        <p:nvSpPr>
          <p:cNvPr id="11" name="">
            <a:extLst xmlns:a="http://schemas.openxmlformats.org/drawingml/2006/main">
              <a:ext uri="{FF2B5EF4-FFF2-40B4-BE49-F238E27FC236}">
                <a16:creationId xmlns:a16="http://schemas.microsoft.com/office/drawing/2014/main" id="{238B2864-1E75-4BD8-B5B2-D8E9B2091951}"/>
              </a:ext>
            </a:extLst>
          </p:cNvPr>
          <p:cNvSpPr>
            <a:spLocks xmlns:a="http://schemas.openxmlformats.org/drawingml/2006/main" noGrp="1"/>
          </p:cNvSpPr>
          <p:nvPr/>
        </p:nvSpPr>
        <p:spPr>
          <a:xfrm xmlns:a="http://schemas.openxmlformats.org/drawingml/2006/main">
            <a:off x="4343400" y="3171825"/>
            <a:ext cx="3314700" cy="953"/>
          </a:xfrm>
          <a:custGeom xmlns:a="http://schemas.openxmlformats.org/drawingml/2006/main">
            <a:pathLst>
              <a:path w="3314700" h="953">
                <a:moveTo>
                  <a:pt x="0" y="0"/>
                </a:moveTo>
                <a:lnTo>
                  <a:pt x="3314700" y="953"/>
                </a:lnTo>
              </a:path>
            </a:pathLst>
          </a:custGeom>
          <a:noFill xmlns:a="http://schemas.openxmlformats.org/drawingml/2006/main"/>
          <a:ln xmlns:a="http://schemas.openxmlformats.org/drawingml/2006/main" w="28575">
            <a:solidFill>
              <a:srgbClr val="1D8B82"/>
            </a:solidFill>
            <a:prstDash val="solid"/>
          </a:ln>
        </p:spPr>
      </p:sp>
      <p:sp>
        <p:nvSpPr>
          <p:cNvPr id="12" name="Погода, переходы и темп&#10;меняют длит">
            <a:extLst xmlns:a="http://schemas.openxmlformats.org/drawingml/2006/main">
              <a:ext uri="{FF2B5EF4-FFF2-40B4-BE49-F238E27FC236}">
                <a16:creationId xmlns:a16="http://schemas.microsoft.com/office/drawing/2014/main" id="{A58C333A-DDA0-4E81-BA71-4406B0450F7C}"/>
              </a:ext>
            </a:extLst>
          </p:cNvPr>
          <p:cNvSpPr>
            <a:spLocks xmlns:a="http://schemas.openxmlformats.org/drawingml/2006/main" noGrp="1"/>
          </p:cNvSpPr>
          <p:nvPr/>
        </p:nvSpPr>
        <p:spPr>
          <a:xfrm xmlns:a="http://schemas.openxmlformats.org/drawingml/2006/main">
            <a:off x="4343400" y="3476625"/>
            <a:ext cx="335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Погода, переходы и темп</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меняют длительность</a:t>
            </a:r>
          </a:p>
        </p:txBody>
      </p:sp>
      <p:sp>
        <p:nvSpPr>
          <p:cNvPr id="13" name="Допущения, резерв&#10;и понятный отказ">
            <a:extLst xmlns:a="http://schemas.openxmlformats.org/drawingml/2006/main">
              <a:ext uri="{FF2B5EF4-FFF2-40B4-BE49-F238E27FC236}">
                <a16:creationId xmlns:a16="http://schemas.microsoft.com/office/drawing/2014/main" id="{D315D717-8A1E-4490-9F4B-A209EF5CD96A}"/>
              </a:ext>
            </a:extLst>
          </p:cNvPr>
          <p:cNvSpPr>
            <a:spLocks xmlns:a="http://schemas.openxmlformats.org/drawingml/2006/main" noGrp="1"/>
          </p:cNvSpPr>
          <p:nvPr/>
        </p:nvSpPr>
        <p:spPr>
          <a:xfrm xmlns:a="http://schemas.openxmlformats.org/drawingml/2006/main">
            <a:off x="4343400" y="4829175"/>
            <a:ext cx="335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D8B82"/>
                </a:solidFill>
                <a:latin typeface="Segoe UI"/>
                <a:ea typeface="Segoe UI"/>
                <a:cs typeface="Segoe UI"/>
              </a:defRPr>
            </a:defPPr>
            <a:lvl1pPr algn="l">
              <a:defRPr sz="1950" b="1" i="0">
                <a:solidFill>
                  <a:srgbClr val="1D8B82"/>
                </a:solidFill>
                <a:latin typeface="Segoe UI"/>
                <a:ea typeface="Segoe UI"/>
                <a:cs typeface="Segoe UI"/>
              </a:defRPr>
            </a:lvl1pPr>
            <a:lvl2pPr algn="l">
              <a:defRPr sz="1950" b="1" i="0">
                <a:solidFill>
                  <a:srgbClr val="1D8B82"/>
                </a:solidFill>
                <a:latin typeface="Segoe UI"/>
                <a:ea typeface="Segoe UI"/>
                <a:cs typeface="Segoe UI"/>
              </a:defRPr>
            </a:lvl2pPr>
            <a:lvl3pPr algn="l">
              <a:defRPr sz="1950" b="1" i="0">
                <a:solidFill>
                  <a:srgbClr val="1D8B82"/>
                </a:solidFill>
                <a:latin typeface="Segoe UI"/>
                <a:ea typeface="Segoe UI"/>
                <a:cs typeface="Segoe UI"/>
              </a:defRPr>
            </a:lvl3pPr>
            <a:lvl4pPr algn="l">
              <a:defRPr sz="1950" b="1" i="0">
                <a:solidFill>
                  <a:srgbClr val="1D8B82"/>
                </a:solidFill>
                <a:latin typeface="Segoe UI"/>
                <a:ea typeface="Segoe UI"/>
                <a:cs typeface="Segoe UI"/>
              </a:defRPr>
            </a:lvl4pPr>
            <a:lvl5pPr algn="l">
              <a:defRPr sz="1950" b="1" i="0">
                <a:solidFill>
                  <a:srgbClr val="1D8B82"/>
                </a:solidFill>
                <a:latin typeface="Segoe UI"/>
                <a:ea typeface="Segoe UI"/>
                <a:cs typeface="Segoe UI"/>
              </a:defRPr>
            </a:lvl5pPr>
            <a:lvl6pPr algn="l">
              <a:defRPr sz="1950" b="1" i="0">
                <a:solidFill>
                  <a:srgbClr val="1D8B82"/>
                </a:solidFill>
                <a:latin typeface="Segoe UI"/>
                <a:ea typeface="Segoe UI"/>
                <a:cs typeface="Segoe UI"/>
              </a:defRPr>
            </a:lvl6pPr>
            <a:lvl7pPr algn="l">
              <a:defRPr sz="1950" b="1" i="0">
                <a:solidFill>
                  <a:srgbClr val="1D8B82"/>
                </a:solidFill>
                <a:latin typeface="Segoe UI"/>
                <a:ea typeface="Segoe UI"/>
                <a:cs typeface="Segoe UI"/>
              </a:defRPr>
            </a:lvl7pPr>
            <a:lvl8pPr algn="l">
              <a:defRPr sz="1950" b="1" i="0">
                <a:solidFill>
                  <a:srgbClr val="1D8B82"/>
                </a:solidFill>
                <a:latin typeface="Segoe UI"/>
                <a:ea typeface="Segoe UI"/>
                <a:cs typeface="Segoe UI"/>
              </a:defRPr>
            </a:lvl8pPr>
            <a:lvl9pPr algn="l">
              <a:defRPr sz="1950" b="1" i="0">
                <a:solidFill>
                  <a:srgbClr val="1D8B82"/>
                </a:solidFill>
                <a:latin typeface="Segoe UI"/>
                <a:ea typeface="Segoe UI"/>
                <a:cs typeface="Segoe UI"/>
              </a:defRPr>
            </a:lvl9pPr>
          </a:lstStyle>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Допущения, резерв</a:t>
            </a:r>
          </a:p>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и понятный отказ</a:t>
            </a:r>
          </a:p>
        </p:txBody>
      </p:sp>
      <p:sp>
        <p:nvSpPr>
          <p:cNvPr id="14" name="Локация">
            <a:extLst xmlns:a="http://schemas.openxmlformats.org/drawingml/2006/main">
              <a:ext uri="{FF2B5EF4-FFF2-40B4-BE49-F238E27FC236}">
                <a16:creationId xmlns:a16="http://schemas.microsoft.com/office/drawing/2014/main" id="{6D4A5240-5C01-4E3C-8061-CE49EE7F1A88}"/>
              </a:ext>
            </a:extLst>
          </p:cNvPr>
          <p:cNvSpPr>
            <a:spLocks xmlns:a="http://schemas.openxmlformats.org/drawingml/2006/main" noGrp="1"/>
          </p:cNvSpPr>
          <p:nvPr/>
        </p:nvSpPr>
        <p:spPr>
          <a:xfrm xmlns:a="http://schemas.openxmlformats.org/drawingml/2006/main">
            <a:off x="8077200" y="2514600"/>
            <a:ext cx="335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153D3B"/>
                </a:solidFill>
                <a:latin typeface="Segoe UI"/>
                <a:ea typeface="Segoe UI"/>
                <a:cs typeface="Segoe UI"/>
              </a:defRPr>
            </a:defPPr>
            <a:lvl1pPr algn="l">
              <a:defRPr sz="2550" b="1" i="0">
                <a:solidFill>
                  <a:srgbClr val="153D3B"/>
                </a:solidFill>
                <a:latin typeface="Segoe UI"/>
                <a:ea typeface="Segoe UI"/>
                <a:cs typeface="Segoe UI"/>
              </a:defRPr>
            </a:lvl1pPr>
            <a:lvl2pPr algn="l">
              <a:defRPr sz="2550" b="1" i="0">
                <a:solidFill>
                  <a:srgbClr val="153D3B"/>
                </a:solidFill>
                <a:latin typeface="Segoe UI"/>
                <a:ea typeface="Segoe UI"/>
                <a:cs typeface="Segoe UI"/>
              </a:defRPr>
            </a:lvl2pPr>
            <a:lvl3pPr algn="l">
              <a:defRPr sz="2550" b="1" i="0">
                <a:solidFill>
                  <a:srgbClr val="153D3B"/>
                </a:solidFill>
                <a:latin typeface="Segoe UI"/>
                <a:ea typeface="Segoe UI"/>
                <a:cs typeface="Segoe UI"/>
              </a:defRPr>
            </a:lvl3pPr>
            <a:lvl4pPr algn="l">
              <a:defRPr sz="2550" b="1" i="0">
                <a:solidFill>
                  <a:srgbClr val="153D3B"/>
                </a:solidFill>
                <a:latin typeface="Segoe UI"/>
                <a:ea typeface="Segoe UI"/>
                <a:cs typeface="Segoe UI"/>
              </a:defRPr>
            </a:lvl4pPr>
            <a:lvl5pPr algn="l">
              <a:defRPr sz="2550" b="1" i="0">
                <a:solidFill>
                  <a:srgbClr val="153D3B"/>
                </a:solidFill>
                <a:latin typeface="Segoe UI"/>
                <a:ea typeface="Segoe UI"/>
                <a:cs typeface="Segoe UI"/>
              </a:defRPr>
            </a:lvl5pPr>
            <a:lvl6pPr algn="l">
              <a:defRPr sz="2550" b="1" i="0">
                <a:solidFill>
                  <a:srgbClr val="153D3B"/>
                </a:solidFill>
                <a:latin typeface="Segoe UI"/>
                <a:ea typeface="Segoe UI"/>
                <a:cs typeface="Segoe UI"/>
              </a:defRPr>
            </a:lvl6pPr>
            <a:lvl7pPr algn="l">
              <a:defRPr sz="2550" b="1" i="0">
                <a:solidFill>
                  <a:srgbClr val="153D3B"/>
                </a:solidFill>
                <a:latin typeface="Segoe UI"/>
                <a:ea typeface="Segoe UI"/>
                <a:cs typeface="Segoe UI"/>
              </a:defRPr>
            </a:lvl7pPr>
            <a:lvl8pPr algn="l">
              <a:defRPr sz="2550" b="1" i="0">
                <a:solidFill>
                  <a:srgbClr val="153D3B"/>
                </a:solidFill>
                <a:latin typeface="Segoe UI"/>
                <a:ea typeface="Segoe UI"/>
                <a:cs typeface="Segoe UI"/>
              </a:defRPr>
            </a:lvl8pPr>
            <a:lvl9pPr algn="l">
              <a:defRPr sz="2550" b="1" i="0">
                <a:solidFill>
                  <a:srgbClr val="153D3B"/>
                </a:solidFill>
                <a:latin typeface="Segoe UI"/>
                <a:ea typeface="Segoe UI"/>
                <a:cs typeface="Segoe UI"/>
              </a:defRPr>
            </a:lvl9pPr>
          </a:lstStyle>
          <a:p xmlns:a="http://schemas.openxmlformats.org/drawingml/2006/main">
            <a:pPr algn="l">
              <a:lnSpc>
                <a:spcPct val="105000"/>
              </a:lnSpc>
              <a:buNone/>
              <a:defRPr sz="2550" b="1" i="0">
                <a:solidFill>
                  <a:srgbClr val="153D3B"/>
                </a:solidFill>
                <a:latin typeface="Segoe UI"/>
                <a:ea typeface="Segoe UI"/>
                <a:cs typeface="Segoe UI"/>
              </a:defRPr>
            </a:pPr>
            <a:r>
              <a:rPr sz="2550" b="1" i="0">
                <a:solidFill>
                  <a:srgbClr val="153D3B"/>
                </a:solidFill>
                <a:latin typeface="Segoe UI"/>
                <a:ea typeface="Segoe UI"/>
                <a:cs typeface="Segoe UI"/>
              </a:rPr>
              <a:t>Локация</a:t>
            </a:r>
          </a:p>
        </p:txBody>
      </p:sp>
      <p:sp>
        <p:nvSpPr>
          <p:cNvPr id="15" name="">
            <a:extLst xmlns:a="http://schemas.openxmlformats.org/drawingml/2006/main">
              <a:ext uri="{FF2B5EF4-FFF2-40B4-BE49-F238E27FC236}">
                <a16:creationId xmlns:a16="http://schemas.microsoft.com/office/drawing/2014/main" id="{E871303D-F5D9-4965-9AF1-4A6F5E71DBC9}"/>
              </a:ext>
            </a:extLst>
          </p:cNvPr>
          <p:cNvSpPr>
            <a:spLocks xmlns:a="http://schemas.openxmlformats.org/drawingml/2006/main" noGrp="1"/>
          </p:cNvSpPr>
          <p:nvPr/>
        </p:nvSpPr>
        <p:spPr>
          <a:xfrm xmlns:a="http://schemas.openxmlformats.org/drawingml/2006/main">
            <a:off x="8077200" y="3171825"/>
            <a:ext cx="3314700" cy="953"/>
          </a:xfrm>
          <a:custGeom xmlns:a="http://schemas.openxmlformats.org/drawingml/2006/main">
            <a:pathLst>
              <a:path w="3314700" h="953">
                <a:moveTo>
                  <a:pt x="0" y="0"/>
                </a:moveTo>
                <a:lnTo>
                  <a:pt x="3314700" y="953"/>
                </a:lnTo>
              </a:path>
            </a:pathLst>
          </a:custGeom>
          <a:noFill xmlns:a="http://schemas.openxmlformats.org/drawingml/2006/main"/>
          <a:ln xmlns:a="http://schemas.openxmlformats.org/drawingml/2006/main" w="28575">
            <a:solidFill>
              <a:srgbClr val="1D8B82"/>
            </a:solidFill>
            <a:prstDash val="solid"/>
          </a:ln>
        </p:spPr>
      </p:sp>
      <p:sp>
        <p:nvSpPr>
          <p:cNvPr id="16" name="Координаты раскрывают&#10;местоположени">
            <a:extLst xmlns:a="http://schemas.openxmlformats.org/drawingml/2006/main">
              <a:ext uri="{FF2B5EF4-FFF2-40B4-BE49-F238E27FC236}">
                <a16:creationId xmlns:a16="http://schemas.microsoft.com/office/drawing/2014/main" id="{0459FF5B-79F3-4FD2-B942-46948DFECEDB}"/>
              </a:ext>
            </a:extLst>
          </p:cNvPr>
          <p:cNvSpPr>
            <a:spLocks xmlns:a="http://schemas.openxmlformats.org/drawingml/2006/main" noGrp="1"/>
          </p:cNvSpPr>
          <p:nvPr/>
        </p:nvSpPr>
        <p:spPr>
          <a:xfrm xmlns:a="http://schemas.openxmlformats.org/drawingml/2006/main">
            <a:off x="8077200" y="3476625"/>
            <a:ext cx="335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Координаты раскрывают</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местоположение</a:t>
            </a:r>
          </a:p>
        </p:txBody>
      </p:sp>
      <p:sp>
        <p:nvSpPr>
          <p:cNvPr id="17" name="Ручной выбор точки&#10;и минимум хранен">
            <a:extLst xmlns:a="http://schemas.openxmlformats.org/drawingml/2006/main">
              <a:ext uri="{FF2B5EF4-FFF2-40B4-BE49-F238E27FC236}">
                <a16:creationId xmlns:a16="http://schemas.microsoft.com/office/drawing/2014/main" id="{BAB23C30-C7BE-45DA-BD68-DAAFA15CAD14}"/>
              </a:ext>
            </a:extLst>
          </p:cNvPr>
          <p:cNvSpPr>
            <a:spLocks xmlns:a="http://schemas.openxmlformats.org/drawingml/2006/main" noGrp="1"/>
          </p:cNvSpPr>
          <p:nvPr/>
        </p:nvSpPr>
        <p:spPr>
          <a:xfrm xmlns:a="http://schemas.openxmlformats.org/drawingml/2006/main">
            <a:off x="8077200" y="4829175"/>
            <a:ext cx="335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D8B82"/>
                </a:solidFill>
                <a:latin typeface="Segoe UI"/>
                <a:ea typeface="Segoe UI"/>
                <a:cs typeface="Segoe UI"/>
              </a:defRPr>
            </a:defPPr>
            <a:lvl1pPr algn="l">
              <a:defRPr sz="1950" b="1" i="0">
                <a:solidFill>
                  <a:srgbClr val="1D8B82"/>
                </a:solidFill>
                <a:latin typeface="Segoe UI"/>
                <a:ea typeface="Segoe UI"/>
                <a:cs typeface="Segoe UI"/>
              </a:defRPr>
            </a:lvl1pPr>
            <a:lvl2pPr algn="l">
              <a:defRPr sz="1950" b="1" i="0">
                <a:solidFill>
                  <a:srgbClr val="1D8B82"/>
                </a:solidFill>
                <a:latin typeface="Segoe UI"/>
                <a:ea typeface="Segoe UI"/>
                <a:cs typeface="Segoe UI"/>
              </a:defRPr>
            </a:lvl2pPr>
            <a:lvl3pPr algn="l">
              <a:defRPr sz="1950" b="1" i="0">
                <a:solidFill>
                  <a:srgbClr val="1D8B82"/>
                </a:solidFill>
                <a:latin typeface="Segoe UI"/>
                <a:ea typeface="Segoe UI"/>
                <a:cs typeface="Segoe UI"/>
              </a:defRPr>
            </a:lvl3pPr>
            <a:lvl4pPr algn="l">
              <a:defRPr sz="1950" b="1" i="0">
                <a:solidFill>
                  <a:srgbClr val="1D8B82"/>
                </a:solidFill>
                <a:latin typeface="Segoe UI"/>
                <a:ea typeface="Segoe UI"/>
                <a:cs typeface="Segoe UI"/>
              </a:defRPr>
            </a:lvl4pPr>
            <a:lvl5pPr algn="l">
              <a:defRPr sz="1950" b="1" i="0">
                <a:solidFill>
                  <a:srgbClr val="1D8B82"/>
                </a:solidFill>
                <a:latin typeface="Segoe UI"/>
                <a:ea typeface="Segoe UI"/>
                <a:cs typeface="Segoe UI"/>
              </a:defRPr>
            </a:lvl5pPr>
            <a:lvl6pPr algn="l">
              <a:defRPr sz="1950" b="1" i="0">
                <a:solidFill>
                  <a:srgbClr val="1D8B82"/>
                </a:solidFill>
                <a:latin typeface="Segoe UI"/>
                <a:ea typeface="Segoe UI"/>
                <a:cs typeface="Segoe UI"/>
              </a:defRPr>
            </a:lvl6pPr>
            <a:lvl7pPr algn="l">
              <a:defRPr sz="1950" b="1" i="0">
                <a:solidFill>
                  <a:srgbClr val="1D8B82"/>
                </a:solidFill>
                <a:latin typeface="Segoe UI"/>
                <a:ea typeface="Segoe UI"/>
                <a:cs typeface="Segoe UI"/>
              </a:defRPr>
            </a:lvl7pPr>
            <a:lvl8pPr algn="l">
              <a:defRPr sz="1950" b="1" i="0">
                <a:solidFill>
                  <a:srgbClr val="1D8B82"/>
                </a:solidFill>
                <a:latin typeface="Segoe UI"/>
                <a:ea typeface="Segoe UI"/>
                <a:cs typeface="Segoe UI"/>
              </a:defRPr>
            </a:lvl8pPr>
            <a:lvl9pPr algn="l">
              <a:defRPr sz="1950" b="1" i="0">
                <a:solidFill>
                  <a:srgbClr val="1D8B82"/>
                </a:solidFill>
                <a:latin typeface="Segoe UI"/>
                <a:ea typeface="Segoe UI"/>
                <a:cs typeface="Segoe UI"/>
              </a:defRPr>
            </a:lvl9pPr>
          </a:lstStyle>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Ручной выбор точки</a:t>
            </a:r>
          </a:p>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и минимум хранения</a:t>
            </a:r>
          </a:p>
        </p:txBody>
      </p:sp>
    </p:spTree>
    <p:extLst>
      <p:ext uri="{BB962C8B-B14F-4D97-AF65-F5344CB8AC3E}">
        <p14:creationId xmlns:p14="http://schemas.microsoft.com/office/powerpoint/2010/main" val="883034251"/>
      </p:ext>
    </p:extLst>
  </p:cSld>
</p:sld>
</file>

<file path=ppt/slides/slide9.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9" name="Сначала Астана и короткие прогулки">
            <a:extLst xmlns:a="http://schemas.openxmlformats.org/drawingml/2006/main">
              <a:ext uri="{FF2B5EF4-FFF2-40B4-BE49-F238E27FC236}">
                <a16:creationId xmlns:a16="http://schemas.microsoft.com/office/drawing/2014/main" id="{447B0577-4097-4CFE-B1F0-2403ABF841A0}"/>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Сначала Астана и короткие прогулки</a:t>
            </a:r>
          </a:p>
        </p:txBody>
      </p:sp>
      <p:sp>
        <p:nvSpPr>
          <p:cNvPr id="2" name="Ценность продукта: понятный выбор в">
            <a:extLst xmlns:a="http://schemas.openxmlformats.org/drawingml/2006/main">
              <a:ext uri="{FF2B5EF4-FFF2-40B4-BE49-F238E27FC236}">
                <a16:creationId xmlns:a16="http://schemas.microsoft.com/office/drawing/2014/main" id="{C246C765-8946-479E-910F-EC3356AA566E}"/>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Ценность продукта: понятный выбор внутри реального окна времени</a:t>
            </a:r>
          </a:p>
        </p:txBody>
      </p:sp>
      <p:sp>
        <p:nvSpPr>
          <p:cNvPr id="3" name="">
            <a:extLst xmlns:a="http://schemas.openxmlformats.org/drawingml/2006/main">
              <a:ext uri="{FF2B5EF4-FFF2-40B4-BE49-F238E27FC236}">
                <a16:creationId xmlns:a16="http://schemas.microsoft.com/office/drawing/2014/main" id="{9E52E24B-E019-463C-9A7E-7FCE8E6E25DE}"/>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E2C79274-68D2-4152-B186-6FFFE966B457}"/>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9">
            <a:extLst xmlns:a="http://schemas.openxmlformats.org/drawingml/2006/main">
              <a:ext uri="{FF2B5EF4-FFF2-40B4-BE49-F238E27FC236}">
                <a16:creationId xmlns:a16="http://schemas.microsoft.com/office/drawing/2014/main" id="{732133A1-235D-4299-9F67-1861401D0393}"/>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09</a:t>
            </a:r>
          </a:p>
        </p:txBody>
      </p:sp>
      <p:sp>
        <p:nvSpPr>
          <p:cNvPr id="6" name="Для кого">
            <a:extLst xmlns:a="http://schemas.openxmlformats.org/drawingml/2006/main">
              <a:ext uri="{FF2B5EF4-FFF2-40B4-BE49-F238E27FC236}">
                <a16:creationId xmlns:a16="http://schemas.microsoft.com/office/drawing/2014/main" id="{4897E7E9-5CD5-44E5-979E-5894D5B275E8}"/>
              </a:ext>
            </a:extLst>
          </p:cNvPr>
          <p:cNvSpPr>
            <a:spLocks xmlns:a="http://schemas.openxmlformats.org/drawingml/2006/main" noGrp="1"/>
          </p:cNvSpPr>
          <p:nvPr/>
        </p:nvSpPr>
        <p:spPr>
          <a:xfrm xmlns:a="http://schemas.openxmlformats.org/drawingml/2006/main">
            <a:off x="609600" y="2447925"/>
            <a:ext cx="3190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2716B"/>
                </a:solidFill>
                <a:latin typeface="Segoe UI"/>
                <a:ea typeface="Segoe UI"/>
                <a:cs typeface="Segoe UI"/>
              </a:defRPr>
            </a:defPPr>
            <a:lvl1pPr algn="l">
              <a:defRPr sz="1725" b="0" i="0">
                <a:solidFill>
                  <a:srgbClr val="52716B"/>
                </a:solidFill>
                <a:latin typeface="Segoe UI"/>
                <a:ea typeface="Segoe UI"/>
                <a:cs typeface="Segoe UI"/>
              </a:defRPr>
            </a:lvl1pPr>
            <a:lvl2pPr algn="l">
              <a:defRPr sz="1725" b="0" i="0">
                <a:solidFill>
                  <a:srgbClr val="52716B"/>
                </a:solidFill>
                <a:latin typeface="Segoe UI"/>
                <a:ea typeface="Segoe UI"/>
                <a:cs typeface="Segoe UI"/>
              </a:defRPr>
            </a:lvl2pPr>
            <a:lvl3pPr algn="l">
              <a:defRPr sz="1725" b="0" i="0">
                <a:solidFill>
                  <a:srgbClr val="52716B"/>
                </a:solidFill>
                <a:latin typeface="Segoe UI"/>
                <a:ea typeface="Segoe UI"/>
                <a:cs typeface="Segoe UI"/>
              </a:defRPr>
            </a:lvl3pPr>
            <a:lvl4pPr algn="l">
              <a:defRPr sz="1725" b="0" i="0">
                <a:solidFill>
                  <a:srgbClr val="52716B"/>
                </a:solidFill>
                <a:latin typeface="Segoe UI"/>
                <a:ea typeface="Segoe UI"/>
                <a:cs typeface="Segoe UI"/>
              </a:defRPr>
            </a:lvl4pPr>
            <a:lvl5pPr algn="l">
              <a:defRPr sz="1725" b="0" i="0">
                <a:solidFill>
                  <a:srgbClr val="52716B"/>
                </a:solidFill>
                <a:latin typeface="Segoe UI"/>
                <a:ea typeface="Segoe UI"/>
                <a:cs typeface="Segoe UI"/>
              </a:defRPr>
            </a:lvl5pPr>
            <a:lvl6pPr algn="l">
              <a:defRPr sz="1725" b="0" i="0">
                <a:solidFill>
                  <a:srgbClr val="52716B"/>
                </a:solidFill>
                <a:latin typeface="Segoe UI"/>
                <a:ea typeface="Segoe UI"/>
                <a:cs typeface="Segoe UI"/>
              </a:defRPr>
            </a:lvl6pPr>
            <a:lvl7pPr algn="l">
              <a:defRPr sz="1725" b="0" i="0">
                <a:solidFill>
                  <a:srgbClr val="52716B"/>
                </a:solidFill>
                <a:latin typeface="Segoe UI"/>
                <a:ea typeface="Segoe UI"/>
                <a:cs typeface="Segoe UI"/>
              </a:defRPr>
            </a:lvl7pPr>
            <a:lvl8pPr algn="l">
              <a:defRPr sz="1725" b="0" i="0">
                <a:solidFill>
                  <a:srgbClr val="52716B"/>
                </a:solidFill>
                <a:latin typeface="Segoe UI"/>
                <a:ea typeface="Segoe UI"/>
                <a:cs typeface="Segoe UI"/>
              </a:defRPr>
            </a:lvl8pPr>
            <a:lvl9pPr algn="l">
              <a:defRPr sz="1725" b="0" i="0">
                <a:solidFill>
                  <a:srgbClr val="52716B"/>
                </a:solidFill>
                <a:latin typeface="Segoe UI"/>
                <a:ea typeface="Segoe UI"/>
                <a:cs typeface="Segoe UI"/>
              </a:defRPr>
            </a:lvl9pPr>
          </a:lstStyle>
          <a:p xmlns:a="http://schemas.openxmlformats.org/drawingml/2006/main">
            <a:pPr algn="l">
              <a:lnSpc>
                <a:spcPct val="105000"/>
              </a:lnSpc>
              <a:buNone/>
              <a:defRPr sz="1725" b="0" i="0">
                <a:solidFill>
                  <a:srgbClr val="52716B"/>
                </a:solidFill>
                <a:latin typeface="Segoe UI"/>
                <a:ea typeface="Segoe UI"/>
                <a:cs typeface="Segoe UI"/>
              </a:defRPr>
            </a:pPr>
            <a:r>
              <a:rPr sz="1725" b="0" i="0">
                <a:solidFill>
                  <a:srgbClr val="52716B"/>
                </a:solidFill>
                <a:latin typeface="Segoe UI"/>
                <a:ea typeface="Segoe UI"/>
                <a:cs typeface="Segoe UI"/>
              </a:rPr>
              <a:t>Для кого</a:t>
            </a:r>
          </a:p>
        </p:txBody>
      </p:sp>
      <p:sp>
        <p:nvSpPr>
          <p:cNvPr id="7" name="Жители и гости города&#10;между делами">
            <a:extLst xmlns:a="http://schemas.openxmlformats.org/drawingml/2006/main">
              <a:ext uri="{FF2B5EF4-FFF2-40B4-BE49-F238E27FC236}">
                <a16:creationId xmlns:a16="http://schemas.microsoft.com/office/drawing/2014/main" id="{64FB9145-883D-42DF-88D0-ACC14A279664}"/>
              </a:ext>
            </a:extLst>
          </p:cNvPr>
          <p:cNvSpPr>
            <a:spLocks xmlns:a="http://schemas.openxmlformats.org/drawingml/2006/main" noGrp="1"/>
          </p:cNvSpPr>
          <p:nvPr/>
        </p:nvSpPr>
        <p:spPr>
          <a:xfrm xmlns:a="http://schemas.openxmlformats.org/drawingml/2006/main">
            <a:off x="609600" y="3000375"/>
            <a:ext cx="4762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i="0">
                <a:solidFill>
                  <a:srgbClr val="153D3B"/>
                </a:solidFill>
                <a:latin typeface="Segoe UI"/>
                <a:ea typeface="Segoe UI"/>
                <a:cs typeface="Segoe UI"/>
              </a:defRPr>
            </a:defPPr>
            <a:lvl1pPr algn="l">
              <a:defRPr sz="2625" b="1" i="0">
                <a:solidFill>
                  <a:srgbClr val="153D3B"/>
                </a:solidFill>
                <a:latin typeface="Segoe UI"/>
                <a:ea typeface="Segoe UI"/>
                <a:cs typeface="Segoe UI"/>
              </a:defRPr>
            </a:lvl1pPr>
            <a:lvl2pPr algn="l">
              <a:defRPr sz="2625" b="1" i="0">
                <a:solidFill>
                  <a:srgbClr val="153D3B"/>
                </a:solidFill>
                <a:latin typeface="Segoe UI"/>
                <a:ea typeface="Segoe UI"/>
                <a:cs typeface="Segoe UI"/>
              </a:defRPr>
            </a:lvl2pPr>
            <a:lvl3pPr algn="l">
              <a:defRPr sz="2625" b="1" i="0">
                <a:solidFill>
                  <a:srgbClr val="153D3B"/>
                </a:solidFill>
                <a:latin typeface="Segoe UI"/>
                <a:ea typeface="Segoe UI"/>
                <a:cs typeface="Segoe UI"/>
              </a:defRPr>
            </a:lvl3pPr>
            <a:lvl4pPr algn="l">
              <a:defRPr sz="2625" b="1" i="0">
                <a:solidFill>
                  <a:srgbClr val="153D3B"/>
                </a:solidFill>
                <a:latin typeface="Segoe UI"/>
                <a:ea typeface="Segoe UI"/>
                <a:cs typeface="Segoe UI"/>
              </a:defRPr>
            </a:lvl4pPr>
            <a:lvl5pPr algn="l">
              <a:defRPr sz="2625" b="1" i="0">
                <a:solidFill>
                  <a:srgbClr val="153D3B"/>
                </a:solidFill>
                <a:latin typeface="Segoe UI"/>
                <a:ea typeface="Segoe UI"/>
                <a:cs typeface="Segoe UI"/>
              </a:defRPr>
            </a:lvl5pPr>
            <a:lvl6pPr algn="l">
              <a:defRPr sz="2625" b="1" i="0">
                <a:solidFill>
                  <a:srgbClr val="153D3B"/>
                </a:solidFill>
                <a:latin typeface="Segoe UI"/>
                <a:ea typeface="Segoe UI"/>
                <a:cs typeface="Segoe UI"/>
              </a:defRPr>
            </a:lvl6pPr>
            <a:lvl7pPr algn="l">
              <a:defRPr sz="2625" b="1" i="0">
                <a:solidFill>
                  <a:srgbClr val="153D3B"/>
                </a:solidFill>
                <a:latin typeface="Segoe UI"/>
                <a:ea typeface="Segoe UI"/>
                <a:cs typeface="Segoe UI"/>
              </a:defRPr>
            </a:lvl7pPr>
            <a:lvl8pPr algn="l">
              <a:defRPr sz="2625" b="1" i="0">
                <a:solidFill>
                  <a:srgbClr val="153D3B"/>
                </a:solidFill>
                <a:latin typeface="Segoe UI"/>
                <a:ea typeface="Segoe UI"/>
                <a:cs typeface="Segoe UI"/>
              </a:defRPr>
            </a:lvl8pPr>
            <a:lvl9pPr algn="l">
              <a:defRPr sz="2625" b="1" i="0">
                <a:solidFill>
                  <a:srgbClr val="153D3B"/>
                </a:solidFill>
                <a:latin typeface="Segoe UI"/>
                <a:ea typeface="Segoe UI"/>
                <a:cs typeface="Segoe UI"/>
              </a:defRPr>
            </a:lvl9pPr>
          </a:lstStyle>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Жители и гости города</a:t>
            </a:r>
          </a:p>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между делами</a:t>
            </a:r>
          </a:p>
        </p:txBody>
      </p:sp>
      <p:sp>
        <p:nvSpPr>
          <p:cNvPr id="8" name="Первая география">
            <a:extLst xmlns:a="http://schemas.openxmlformats.org/drawingml/2006/main">
              <a:ext uri="{FF2B5EF4-FFF2-40B4-BE49-F238E27FC236}">
                <a16:creationId xmlns:a16="http://schemas.microsoft.com/office/drawing/2014/main" id="{2318BB72-3AEE-489F-B9D0-5DBDE2EABE4A}"/>
              </a:ext>
            </a:extLst>
          </p:cNvPr>
          <p:cNvSpPr>
            <a:spLocks xmlns:a="http://schemas.openxmlformats.org/drawingml/2006/main" noGrp="1"/>
          </p:cNvSpPr>
          <p:nvPr/>
        </p:nvSpPr>
        <p:spPr>
          <a:xfrm xmlns:a="http://schemas.openxmlformats.org/drawingml/2006/main">
            <a:off x="609600" y="4657725"/>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2716B"/>
                </a:solidFill>
                <a:latin typeface="Segoe UI"/>
                <a:ea typeface="Segoe UI"/>
                <a:cs typeface="Segoe UI"/>
              </a:defRPr>
            </a:defPPr>
            <a:lvl1pPr algn="l">
              <a:defRPr sz="1725" b="0" i="0">
                <a:solidFill>
                  <a:srgbClr val="52716B"/>
                </a:solidFill>
                <a:latin typeface="Segoe UI"/>
                <a:ea typeface="Segoe UI"/>
                <a:cs typeface="Segoe UI"/>
              </a:defRPr>
            </a:lvl1pPr>
            <a:lvl2pPr algn="l">
              <a:defRPr sz="1725" b="0" i="0">
                <a:solidFill>
                  <a:srgbClr val="52716B"/>
                </a:solidFill>
                <a:latin typeface="Segoe UI"/>
                <a:ea typeface="Segoe UI"/>
                <a:cs typeface="Segoe UI"/>
              </a:defRPr>
            </a:lvl2pPr>
            <a:lvl3pPr algn="l">
              <a:defRPr sz="1725" b="0" i="0">
                <a:solidFill>
                  <a:srgbClr val="52716B"/>
                </a:solidFill>
                <a:latin typeface="Segoe UI"/>
                <a:ea typeface="Segoe UI"/>
                <a:cs typeface="Segoe UI"/>
              </a:defRPr>
            </a:lvl3pPr>
            <a:lvl4pPr algn="l">
              <a:defRPr sz="1725" b="0" i="0">
                <a:solidFill>
                  <a:srgbClr val="52716B"/>
                </a:solidFill>
                <a:latin typeface="Segoe UI"/>
                <a:ea typeface="Segoe UI"/>
                <a:cs typeface="Segoe UI"/>
              </a:defRPr>
            </a:lvl4pPr>
            <a:lvl5pPr algn="l">
              <a:defRPr sz="1725" b="0" i="0">
                <a:solidFill>
                  <a:srgbClr val="52716B"/>
                </a:solidFill>
                <a:latin typeface="Segoe UI"/>
                <a:ea typeface="Segoe UI"/>
                <a:cs typeface="Segoe UI"/>
              </a:defRPr>
            </a:lvl5pPr>
            <a:lvl6pPr algn="l">
              <a:defRPr sz="1725" b="0" i="0">
                <a:solidFill>
                  <a:srgbClr val="52716B"/>
                </a:solidFill>
                <a:latin typeface="Segoe UI"/>
                <a:ea typeface="Segoe UI"/>
                <a:cs typeface="Segoe UI"/>
              </a:defRPr>
            </a:lvl6pPr>
            <a:lvl7pPr algn="l">
              <a:defRPr sz="1725" b="0" i="0">
                <a:solidFill>
                  <a:srgbClr val="52716B"/>
                </a:solidFill>
                <a:latin typeface="Segoe UI"/>
                <a:ea typeface="Segoe UI"/>
                <a:cs typeface="Segoe UI"/>
              </a:defRPr>
            </a:lvl7pPr>
            <a:lvl8pPr algn="l">
              <a:defRPr sz="1725" b="0" i="0">
                <a:solidFill>
                  <a:srgbClr val="52716B"/>
                </a:solidFill>
                <a:latin typeface="Segoe UI"/>
                <a:ea typeface="Segoe UI"/>
                <a:cs typeface="Segoe UI"/>
              </a:defRPr>
            </a:lvl8pPr>
            <a:lvl9pPr algn="l">
              <a:defRPr sz="1725" b="0" i="0">
                <a:solidFill>
                  <a:srgbClr val="52716B"/>
                </a:solidFill>
                <a:latin typeface="Segoe UI"/>
                <a:ea typeface="Segoe UI"/>
                <a:cs typeface="Segoe UI"/>
              </a:defRPr>
            </a:lvl9pPr>
          </a:lstStyle>
          <a:p xmlns:a="http://schemas.openxmlformats.org/drawingml/2006/main">
            <a:pPr algn="l">
              <a:lnSpc>
                <a:spcPct val="105000"/>
              </a:lnSpc>
              <a:buNone/>
              <a:defRPr sz="1725" b="0" i="0">
                <a:solidFill>
                  <a:srgbClr val="52716B"/>
                </a:solidFill>
                <a:latin typeface="Segoe UI"/>
                <a:ea typeface="Segoe UI"/>
                <a:cs typeface="Segoe UI"/>
              </a:defRPr>
            </a:pPr>
            <a:r>
              <a:rPr sz="1725" b="0" i="0">
                <a:solidFill>
                  <a:srgbClr val="52716B"/>
                </a:solidFill>
                <a:latin typeface="Segoe UI"/>
                <a:ea typeface="Segoe UI"/>
                <a:cs typeface="Segoe UI"/>
              </a:rPr>
              <a:t>Первая география</a:t>
            </a:r>
          </a:p>
        </p:txBody>
      </p:sp>
      <p:sp>
        <p:nvSpPr>
          <p:cNvPr id="9" name="EXPO, Mega и центр Астаны">
            <a:extLst xmlns:a="http://schemas.openxmlformats.org/drawingml/2006/main">
              <a:ext uri="{FF2B5EF4-FFF2-40B4-BE49-F238E27FC236}">
                <a16:creationId xmlns:a16="http://schemas.microsoft.com/office/drawing/2014/main" id="{134A3C34-6845-4C05-AD7F-27AEA8BF4E4D}"/>
              </a:ext>
            </a:extLst>
          </p:cNvPr>
          <p:cNvSpPr>
            <a:spLocks xmlns:a="http://schemas.openxmlformats.org/drawingml/2006/main" noGrp="1"/>
          </p:cNvSpPr>
          <p:nvPr/>
        </p:nvSpPr>
        <p:spPr>
          <a:xfrm xmlns:a="http://schemas.openxmlformats.org/drawingml/2006/main">
            <a:off x="609600" y="5162550"/>
            <a:ext cx="495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153D3B"/>
                </a:solidFill>
                <a:latin typeface="Segoe UI"/>
                <a:ea typeface="Segoe UI"/>
                <a:cs typeface="Segoe UI"/>
              </a:defRPr>
            </a:defPPr>
            <a:lvl1pPr algn="l">
              <a:defRPr sz="2250" b="1" i="0">
                <a:solidFill>
                  <a:srgbClr val="153D3B"/>
                </a:solidFill>
                <a:latin typeface="Segoe UI"/>
                <a:ea typeface="Segoe UI"/>
                <a:cs typeface="Segoe UI"/>
              </a:defRPr>
            </a:lvl1pPr>
            <a:lvl2pPr algn="l">
              <a:defRPr sz="2250" b="1" i="0">
                <a:solidFill>
                  <a:srgbClr val="153D3B"/>
                </a:solidFill>
                <a:latin typeface="Segoe UI"/>
                <a:ea typeface="Segoe UI"/>
                <a:cs typeface="Segoe UI"/>
              </a:defRPr>
            </a:lvl2pPr>
            <a:lvl3pPr algn="l">
              <a:defRPr sz="2250" b="1" i="0">
                <a:solidFill>
                  <a:srgbClr val="153D3B"/>
                </a:solidFill>
                <a:latin typeface="Segoe UI"/>
                <a:ea typeface="Segoe UI"/>
                <a:cs typeface="Segoe UI"/>
              </a:defRPr>
            </a:lvl3pPr>
            <a:lvl4pPr algn="l">
              <a:defRPr sz="2250" b="1" i="0">
                <a:solidFill>
                  <a:srgbClr val="153D3B"/>
                </a:solidFill>
                <a:latin typeface="Segoe UI"/>
                <a:ea typeface="Segoe UI"/>
                <a:cs typeface="Segoe UI"/>
              </a:defRPr>
            </a:lvl4pPr>
            <a:lvl5pPr algn="l">
              <a:defRPr sz="2250" b="1" i="0">
                <a:solidFill>
                  <a:srgbClr val="153D3B"/>
                </a:solidFill>
                <a:latin typeface="Segoe UI"/>
                <a:ea typeface="Segoe UI"/>
                <a:cs typeface="Segoe UI"/>
              </a:defRPr>
            </a:lvl5pPr>
            <a:lvl6pPr algn="l">
              <a:defRPr sz="2250" b="1" i="0">
                <a:solidFill>
                  <a:srgbClr val="153D3B"/>
                </a:solidFill>
                <a:latin typeface="Segoe UI"/>
                <a:ea typeface="Segoe UI"/>
                <a:cs typeface="Segoe UI"/>
              </a:defRPr>
            </a:lvl6pPr>
            <a:lvl7pPr algn="l">
              <a:defRPr sz="2250" b="1" i="0">
                <a:solidFill>
                  <a:srgbClr val="153D3B"/>
                </a:solidFill>
                <a:latin typeface="Segoe UI"/>
                <a:ea typeface="Segoe UI"/>
                <a:cs typeface="Segoe UI"/>
              </a:defRPr>
            </a:lvl7pPr>
            <a:lvl8pPr algn="l">
              <a:defRPr sz="2250" b="1" i="0">
                <a:solidFill>
                  <a:srgbClr val="153D3B"/>
                </a:solidFill>
                <a:latin typeface="Segoe UI"/>
                <a:ea typeface="Segoe UI"/>
                <a:cs typeface="Segoe UI"/>
              </a:defRPr>
            </a:lvl8pPr>
            <a:lvl9pPr algn="l">
              <a:defRPr sz="2250" b="1" i="0">
                <a:solidFill>
                  <a:srgbClr val="153D3B"/>
                </a:solidFill>
                <a:latin typeface="Segoe UI"/>
                <a:ea typeface="Segoe UI"/>
                <a:cs typeface="Segoe UI"/>
              </a:defRPr>
            </a:lvl9pPr>
          </a:lstStyle>
          <a:p xmlns:a="http://schemas.openxmlformats.org/drawingml/2006/main">
            <a:pPr algn="l">
              <a:lnSpc>
                <a:spcPct val="105000"/>
              </a:lnSpc>
              <a:buNone/>
              <a:defRPr sz="2250" b="1" i="0">
                <a:solidFill>
                  <a:srgbClr val="153D3B"/>
                </a:solidFill>
                <a:latin typeface="Segoe UI"/>
                <a:ea typeface="Segoe UI"/>
                <a:cs typeface="Segoe UI"/>
              </a:defRPr>
            </a:pPr>
            <a:r>
              <a:rPr sz="2250" b="1" i="0">
                <a:solidFill>
                  <a:srgbClr val="153D3B"/>
                </a:solidFill>
                <a:latin typeface="Segoe UI"/>
                <a:ea typeface="Segoe UI"/>
                <a:cs typeface="Segoe UI"/>
              </a:rPr>
              <a:t>EXPO, Mega и центр Астаны</a:t>
            </a:r>
          </a:p>
        </p:txBody>
      </p:sp>
      <p:sp>
        <p:nvSpPr>
          <p:cNvPr id="10" name="">
            <a:extLst xmlns:a="http://schemas.openxmlformats.org/drawingml/2006/main">
              <a:ext uri="{FF2B5EF4-FFF2-40B4-BE49-F238E27FC236}">
                <a16:creationId xmlns:a16="http://schemas.microsoft.com/office/drawing/2014/main" id="{31B56170-6831-401F-962D-F0B3DE6DF748}"/>
              </a:ext>
            </a:extLst>
          </p:cNvPr>
          <p:cNvSpPr>
            <a:spLocks xmlns:a="http://schemas.openxmlformats.org/drawingml/2006/main" noGrp="1"/>
          </p:cNvSpPr>
          <p:nvPr/>
        </p:nvSpPr>
        <p:spPr>
          <a:xfrm xmlns:a="http://schemas.openxmlformats.org/drawingml/2006/main">
            <a:off x="6229350" y="2486025"/>
            <a:ext cx="152400" cy="152400"/>
          </a:xfrm>
          <a:prstGeom xmlns:a="http://schemas.openxmlformats.org/drawingml/2006/main" prst="ellipse">
            <a:avLst/>
          </a:prstGeom>
          <a:solidFill xmlns:a="http://schemas.openxmlformats.org/drawingml/2006/main">
            <a:srgbClr val="CF653E"/>
          </a:solidFill>
          <a:ln xmlns:a="http://schemas.openxmlformats.org/drawingml/2006/main" w="0">
            <a:noFill/>
            <a:prstDash val="solid"/>
          </a:ln>
        </p:spPr>
      </p:sp>
      <p:sp>
        <p:nvSpPr>
          <p:cNvPr id="11" name="Демо">
            <a:extLst xmlns:a="http://schemas.openxmlformats.org/drawingml/2006/main">
              <a:ext uri="{FF2B5EF4-FFF2-40B4-BE49-F238E27FC236}">
                <a16:creationId xmlns:a16="http://schemas.microsoft.com/office/drawing/2014/main" id="{E862070D-2FC4-48AF-AC54-87A0F9DC5E57}"/>
              </a:ext>
            </a:extLst>
          </p:cNvPr>
          <p:cNvSpPr>
            <a:spLocks xmlns:a="http://schemas.openxmlformats.org/drawingml/2006/main" noGrp="1"/>
          </p:cNvSpPr>
          <p:nvPr/>
        </p:nvSpPr>
        <p:spPr>
          <a:xfrm xmlns:a="http://schemas.openxmlformats.org/drawingml/2006/main">
            <a:off x="6629400" y="2333625"/>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1D8B82"/>
                </a:solidFill>
                <a:latin typeface="Segoe UI"/>
                <a:ea typeface="Segoe UI"/>
                <a:cs typeface="Segoe UI"/>
              </a:defRPr>
            </a:defPPr>
            <a:lvl1pPr algn="l">
              <a:defRPr sz="1725" b="1" i="0">
                <a:solidFill>
                  <a:srgbClr val="1D8B82"/>
                </a:solidFill>
                <a:latin typeface="Segoe UI"/>
                <a:ea typeface="Segoe UI"/>
                <a:cs typeface="Segoe UI"/>
              </a:defRPr>
            </a:lvl1pPr>
            <a:lvl2pPr algn="l">
              <a:defRPr sz="1725" b="1" i="0">
                <a:solidFill>
                  <a:srgbClr val="1D8B82"/>
                </a:solidFill>
                <a:latin typeface="Segoe UI"/>
                <a:ea typeface="Segoe UI"/>
                <a:cs typeface="Segoe UI"/>
              </a:defRPr>
            </a:lvl2pPr>
            <a:lvl3pPr algn="l">
              <a:defRPr sz="1725" b="1" i="0">
                <a:solidFill>
                  <a:srgbClr val="1D8B82"/>
                </a:solidFill>
                <a:latin typeface="Segoe UI"/>
                <a:ea typeface="Segoe UI"/>
                <a:cs typeface="Segoe UI"/>
              </a:defRPr>
            </a:lvl3pPr>
            <a:lvl4pPr algn="l">
              <a:defRPr sz="1725" b="1" i="0">
                <a:solidFill>
                  <a:srgbClr val="1D8B82"/>
                </a:solidFill>
                <a:latin typeface="Segoe UI"/>
                <a:ea typeface="Segoe UI"/>
                <a:cs typeface="Segoe UI"/>
              </a:defRPr>
            </a:lvl4pPr>
            <a:lvl5pPr algn="l">
              <a:defRPr sz="1725" b="1" i="0">
                <a:solidFill>
                  <a:srgbClr val="1D8B82"/>
                </a:solidFill>
                <a:latin typeface="Segoe UI"/>
                <a:ea typeface="Segoe UI"/>
                <a:cs typeface="Segoe UI"/>
              </a:defRPr>
            </a:lvl5pPr>
            <a:lvl6pPr algn="l">
              <a:defRPr sz="1725" b="1" i="0">
                <a:solidFill>
                  <a:srgbClr val="1D8B82"/>
                </a:solidFill>
                <a:latin typeface="Segoe UI"/>
                <a:ea typeface="Segoe UI"/>
                <a:cs typeface="Segoe UI"/>
              </a:defRPr>
            </a:lvl6pPr>
            <a:lvl7pPr algn="l">
              <a:defRPr sz="1725" b="1" i="0">
                <a:solidFill>
                  <a:srgbClr val="1D8B82"/>
                </a:solidFill>
                <a:latin typeface="Segoe UI"/>
                <a:ea typeface="Segoe UI"/>
                <a:cs typeface="Segoe UI"/>
              </a:defRPr>
            </a:lvl7pPr>
            <a:lvl8pPr algn="l">
              <a:defRPr sz="1725" b="1" i="0">
                <a:solidFill>
                  <a:srgbClr val="1D8B82"/>
                </a:solidFill>
                <a:latin typeface="Segoe UI"/>
                <a:ea typeface="Segoe UI"/>
                <a:cs typeface="Segoe UI"/>
              </a:defRPr>
            </a:lvl8pPr>
            <a:lvl9pPr algn="l">
              <a:defRPr sz="1725" b="1" i="0">
                <a:solidFill>
                  <a:srgbClr val="1D8B82"/>
                </a:solidFill>
                <a:latin typeface="Segoe UI"/>
                <a:ea typeface="Segoe UI"/>
                <a:cs typeface="Segoe UI"/>
              </a:defRPr>
            </a:lvl9pPr>
          </a:lstStyle>
          <a:p xmlns:a="http://schemas.openxmlformats.org/drawingml/2006/main">
            <a:pPr algn="l">
              <a:lnSpc>
                <a:spcPct val="105000"/>
              </a:lnSpc>
              <a:buNone/>
              <a:defRPr sz="1725" b="1" i="0">
                <a:solidFill>
                  <a:srgbClr val="1D8B82"/>
                </a:solidFill>
                <a:latin typeface="Segoe UI"/>
                <a:ea typeface="Segoe UI"/>
                <a:cs typeface="Segoe UI"/>
              </a:defRPr>
            </a:pPr>
            <a:r>
              <a:rPr sz="1725" b="1" i="0">
                <a:solidFill>
                  <a:srgbClr val="1D8B82"/>
                </a:solidFill>
                <a:latin typeface="Segoe UI"/>
                <a:ea typeface="Segoe UI"/>
                <a:cs typeface="Segoe UI"/>
              </a:rPr>
              <a:t>Демо</a:t>
            </a:r>
          </a:p>
        </p:txBody>
      </p:sp>
      <p:sp>
        <p:nvSpPr>
          <p:cNvPr id="12" name="Три сценария и проверка&#10;каждой реко">
            <a:extLst xmlns:a="http://schemas.openxmlformats.org/drawingml/2006/main">
              <a:ext uri="{FF2B5EF4-FFF2-40B4-BE49-F238E27FC236}">
                <a16:creationId xmlns:a16="http://schemas.microsoft.com/office/drawing/2014/main" id="{5D1CB68F-6FBE-4A09-84C9-82C572D52E2B}"/>
              </a:ext>
            </a:extLst>
          </p:cNvPr>
          <p:cNvSpPr>
            <a:spLocks xmlns:a="http://schemas.openxmlformats.org/drawingml/2006/main" noGrp="1"/>
          </p:cNvSpPr>
          <p:nvPr/>
        </p:nvSpPr>
        <p:spPr>
          <a:xfrm xmlns:a="http://schemas.openxmlformats.org/drawingml/2006/main">
            <a:off x="6629400" y="2743200"/>
            <a:ext cx="4714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153D3B"/>
                </a:solidFill>
                <a:latin typeface="Segoe UI"/>
                <a:ea typeface="Segoe UI"/>
                <a:cs typeface="Segoe UI"/>
              </a:defRPr>
            </a:defPPr>
            <a:lvl1pPr algn="l">
              <a:defRPr sz="2100" b="0" i="0">
                <a:solidFill>
                  <a:srgbClr val="153D3B"/>
                </a:solidFill>
                <a:latin typeface="Segoe UI"/>
                <a:ea typeface="Segoe UI"/>
                <a:cs typeface="Segoe UI"/>
              </a:defRPr>
            </a:lvl1pPr>
            <a:lvl2pPr algn="l">
              <a:defRPr sz="2100" b="0" i="0">
                <a:solidFill>
                  <a:srgbClr val="153D3B"/>
                </a:solidFill>
                <a:latin typeface="Segoe UI"/>
                <a:ea typeface="Segoe UI"/>
                <a:cs typeface="Segoe UI"/>
              </a:defRPr>
            </a:lvl2pPr>
            <a:lvl3pPr algn="l">
              <a:defRPr sz="2100" b="0" i="0">
                <a:solidFill>
                  <a:srgbClr val="153D3B"/>
                </a:solidFill>
                <a:latin typeface="Segoe UI"/>
                <a:ea typeface="Segoe UI"/>
                <a:cs typeface="Segoe UI"/>
              </a:defRPr>
            </a:lvl3pPr>
            <a:lvl4pPr algn="l">
              <a:defRPr sz="2100" b="0" i="0">
                <a:solidFill>
                  <a:srgbClr val="153D3B"/>
                </a:solidFill>
                <a:latin typeface="Segoe UI"/>
                <a:ea typeface="Segoe UI"/>
                <a:cs typeface="Segoe UI"/>
              </a:defRPr>
            </a:lvl4pPr>
            <a:lvl5pPr algn="l">
              <a:defRPr sz="2100" b="0" i="0">
                <a:solidFill>
                  <a:srgbClr val="153D3B"/>
                </a:solidFill>
                <a:latin typeface="Segoe UI"/>
                <a:ea typeface="Segoe UI"/>
                <a:cs typeface="Segoe UI"/>
              </a:defRPr>
            </a:lvl5pPr>
            <a:lvl6pPr algn="l">
              <a:defRPr sz="2100" b="0" i="0">
                <a:solidFill>
                  <a:srgbClr val="153D3B"/>
                </a:solidFill>
                <a:latin typeface="Segoe UI"/>
                <a:ea typeface="Segoe UI"/>
                <a:cs typeface="Segoe UI"/>
              </a:defRPr>
            </a:lvl6pPr>
            <a:lvl7pPr algn="l">
              <a:defRPr sz="2100" b="0" i="0">
                <a:solidFill>
                  <a:srgbClr val="153D3B"/>
                </a:solidFill>
                <a:latin typeface="Segoe UI"/>
                <a:ea typeface="Segoe UI"/>
                <a:cs typeface="Segoe UI"/>
              </a:defRPr>
            </a:lvl7pPr>
            <a:lvl8pPr algn="l">
              <a:defRPr sz="2100" b="0" i="0">
                <a:solidFill>
                  <a:srgbClr val="153D3B"/>
                </a:solidFill>
                <a:latin typeface="Segoe UI"/>
                <a:ea typeface="Segoe UI"/>
                <a:cs typeface="Segoe UI"/>
              </a:defRPr>
            </a:lvl8pPr>
            <a:lvl9pPr algn="l">
              <a:defRPr sz="2100" b="0" i="0">
                <a:solidFill>
                  <a:srgbClr val="153D3B"/>
                </a:solidFill>
                <a:latin typeface="Segoe UI"/>
                <a:ea typeface="Segoe UI"/>
                <a:cs typeface="Segoe UI"/>
              </a:defRPr>
            </a:lvl9pPr>
          </a:lstStyle>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Три сценария и проверка</a:t>
            </a:r>
          </a:p>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каждой рекомендации</a:t>
            </a:r>
          </a:p>
        </p:txBody>
      </p:sp>
      <p:sp>
        <p:nvSpPr>
          <p:cNvPr id="13" name="">
            <a:extLst xmlns:a="http://schemas.openxmlformats.org/drawingml/2006/main">
              <a:ext uri="{FF2B5EF4-FFF2-40B4-BE49-F238E27FC236}">
                <a16:creationId xmlns:a16="http://schemas.microsoft.com/office/drawing/2014/main" id="{1EA4C3F9-5DC1-446F-B84F-01E8993F38AC}"/>
              </a:ext>
            </a:extLst>
          </p:cNvPr>
          <p:cNvSpPr>
            <a:spLocks xmlns:a="http://schemas.openxmlformats.org/drawingml/2006/main" noGrp="1"/>
          </p:cNvSpPr>
          <p:nvPr/>
        </p:nvSpPr>
        <p:spPr>
          <a:xfrm xmlns:a="http://schemas.openxmlformats.org/drawingml/2006/main">
            <a:off x="6229350" y="3648075"/>
            <a:ext cx="152400" cy="1524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4" name="Качество">
            <a:extLst xmlns:a="http://schemas.openxmlformats.org/drawingml/2006/main">
              <a:ext uri="{FF2B5EF4-FFF2-40B4-BE49-F238E27FC236}">
                <a16:creationId xmlns:a16="http://schemas.microsoft.com/office/drawing/2014/main" id="{749C7D9C-827A-465A-92E0-B6A2A5E6CD6D}"/>
              </a:ext>
            </a:extLst>
          </p:cNvPr>
          <p:cNvSpPr>
            <a:spLocks xmlns:a="http://schemas.openxmlformats.org/drawingml/2006/main" noGrp="1"/>
          </p:cNvSpPr>
          <p:nvPr/>
        </p:nvSpPr>
        <p:spPr>
          <a:xfrm xmlns:a="http://schemas.openxmlformats.org/drawingml/2006/main">
            <a:off x="6629400" y="3495675"/>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1D8B82"/>
                </a:solidFill>
                <a:latin typeface="Segoe UI"/>
                <a:ea typeface="Segoe UI"/>
                <a:cs typeface="Segoe UI"/>
              </a:defRPr>
            </a:defPPr>
            <a:lvl1pPr algn="l">
              <a:defRPr sz="1725" b="1" i="0">
                <a:solidFill>
                  <a:srgbClr val="1D8B82"/>
                </a:solidFill>
                <a:latin typeface="Segoe UI"/>
                <a:ea typeface="Segoe UI"/>
                <a:cs typeface="Segoe UI"/>
              </a:defRPr>
            </a:lvl1pPr>
            <a:lvl2pPr algn="l">
              <a:defRPr sz="1725" b="1" i="0">
                <a:solidFill>
                  <a:srgbClr val="1D8B82"/>
                </a:solidFill>
                <a:latin typeface="Segoe UI"/>
                <a:ea typeface="Segoe UI"/>
                <a:cs typeface="Segoe UI"/>
              </a:defRPr>
            </a:lvl2pPr>
            <a:lvl3pPr algn="l">
              <a:defRPr sz="1725" b="1" i="0">
                <a:solidFill>
                  <a:srgbClr val="1D8B82"/>
                </a:solidFill>
                <a:latin typeface="Segoe UI"/>
                <a:ea typeface="Segoe UI"/>
                <a:cs typeface="Segoe UI"/>
              </a:defRPr>
            </a:lvl3pPr>
            <a:lvl4pPr algn="l">
              <a:defRPr sz="1725" b="1" i="0">
                <a:solidFill>
                  <a:srgbClr val="1D8B82"/>
                </a:solidFill>
                <a:latin typeface="Segoe UI"/>
                <a:ea typeface="Segoe UI"/>
                <a:cs typeface="Segoe UI"/>
              </a:defRPr>
            </a:lvl4pPr>
            <a:lvl5pPr algn="l">
              <a:defRPr sz="1725" b="1" i="0">
                <a:solidFill>
                  <a:srgbClr val="1D8B82"/>
                </a:solidFill>
                <a:latin typeface="Segoe UI"/>
                <a:ea typeface="Segoe UI"/>
                <a:cs typeface="Segoe UI"/>
              </a:defRPr>
            </a:lvl5pPr>
            <a:lvl6pPr algn="l">
              <a:defRPr sz="1725" b="1" i="0">
                <a:solidFill>
                  <a:srgbClr val="1D8B82"/>
                </a:solidFill>
                <a:latin typeface="Segoe UI"/>
                <a:ea typeface="Segoe UI"/>
                <a:cs typeface="Segoe UI"/>
              </a:defRPr>
            </a:lvl6pPr>
            <a:lvl7pPr algn="l">
              <a:defRPr sz="1725" b="1" i="0">
                <a:solidFill>
                  <a:srgbClr val="1D8B82"/>
                </a:solidFill>
                <a:latin typeface="Segoe UI"/>
                <a:ea typeface="Segoe UI"/>
                <a:cs typeface="Segoe UI"/>
              </a:defRPr>
            </a:lvl7pPr>
            <a:lvl8pPr algn="l">
              <a:defRPr sz="1725" b="1" i="0">
                <a:solidFill>
                  <a:srgbClr val="1D8B82"/>
                </a:solidFill>
                <a:latin typeface="Segoe UI"/>
                <a:ea typeface="Segoe UI"/>
                <a:cs typeface="Segoe UI"/>
              </a:defRPr>
            </a:lvl8pPr>
            <a:lvl9pPr algn="l">
              <a:defRPr sz="1725" b="1" i="0">
                <a:solidFill>
                  <a:srgbClr val="1D8B82"/>
                </a:solidFill>
                <a:latin typeface="Segoe UI"/>
                <a:ea typeface="Segoe UI"/>
                <a:cs typeface="Segoe UI"/>
              </a:defRPr>
            </a:lvl9pPr>
          </a:lstStyle>
          <a:p xmlns:a="http://schemas.openxmlformats.org/drawingml/2006/main">
            <a:pPr algn="l">
              <a:lnSpc>
                <a:spcPct val="105000"/>
              </a:lnSpc>
              <a:buNone/>
              <a:defRPr sz="1725" b="1" i="0">
                <a:solidFill>
                  <a:srgbClr val="1D8B82"/>
                </a:solidFill>
                <a:latin typeface="Segoe UI"/>
                <a:ea typeface="Segoe UI"/>
                <a:cs typeface="Segoe UI"/>
              </a:defRPr>
            </a:pPr>
            <a:r>
              <a:rPr sz="1725" b="1" i="0">
                <a:solidFill>
                  <a:srgbClr val="1D8B82"/>
                </a:solidFill>
                <a:latin typeface="Segoe UI"/>
                <a:ea typeface="Segoe UI"/>
                <a:cs typeface="Segoe UI"/>
              </a:rPr>
              <a:t>Качество</a:t>
            </a:r>
          </a:p>
        </p:txBody>
      </p:sp>
      <p:sp>
        <p:nvSpPr>
          <p:cNvPr id="15" name="Больше проверенных полей&#10;и точнее п">
            <a:extLst xmlns:a="http://schemas.openxmlformats.org/drawingml/2006/main">
              <a:ext uri="{FF2B5EF4-FFF2-40B4-BE49-F238E27FC236}">
                <a16:creationId xmlns:a16="http://schemas.microsoft.com/office/drawing/2014/main" id="{6CD98CC5-B65F-49A9-A80B-48B15782AA1D}"/>
              </a:ext>
            </a:extLst>
          </p:cNvPr>
          <p:cNvSpPr>
            <a:spLocks xmlns:a="http://schemas.openxmlformats.org/drawingml/2006/main" noGrp="1"/>
          </p:cNvSpPr>
          <p:nvPr/>
        </p:nvSpPr>
        <p:spPr>
          <a:xfrm xmlns:a="http://schemas.openxmlformats.org/drawingml/2006/main">
            <a:off x="6629400" y="3905250"/>
            <a:ext cx="4714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153D3B"/>
                </a:solidFill>
                <a:latin typeface="Segoe UI"/>
                <a:ea typeface="Segoe UI"/>
                <a:cs typeface="Segoe UI"/>
              </a:defRPr>
            </a:defPPr>
            <a:lvl1pPr algn="l">
              <a:defRPr sz="2100" b="0" i="0">
                <a:solidFill>
                  <a:srgbClr val="153D3B"/>
                </a:solidFill>
                <a:latin typeface="Segoe UI"/>
                <a:ea typeface="Segoe UI"/>
                <a:cs typeface="Segoe UI"/>
              </a:defRPr>
            </a:lvl1pPr>
            <a:lvl2pPr algn="l">
              <a:defRPr sz="2100" b="0" i="0">
                <a:solidFill>
                  <a:srgbClr val="153D3B"/>
                </a:solidFill>
                <a:latin typeface="Segoe UI"/>
                <a:ea typeface="Segoe UI"/>
                <a:cs typeface="Segoe UI"/>
              </a:defRPr>
            </a:lvl2pPr>
            <a:lvl3pPr algn="l">
              <a:defRPr sz="2100" b="0" i="0">
                <a:solidFill>
                  <a:srgbClr val="153D3B"/>
                </a:solidFill>
                <a:latin typeface="Segoe UI"/>
                <a:ea typeface="Segoe UI"/>
                <a:cs typeface="Segoe UI"/>
              </a:defRPr>
            </a:lvl3pPr>
            <a:lvl4pPr algn="l">
              <a:defRPr sz="2100" b="0" i="0">
                <a:solidFill>
                  <a:srgbClr val="153D3B"/>
                </a:solidFill>
                <a:latin typeface="Segoe UI"/>
                <a:ea typeface="Segoe UI"/>
                <a:cs typeface="Segoe UI"/>
              </a:defRPr>
            </a:lvl4pPr>
            <a:lvl5pPr algn="l">
              <a:defRPr sz="2100" b="0" i="0">
                <a:solidFill>
                  <a:srgbClr val="153D3B"/>
                </a:solidFill>
                <a:latin typeface="Segoe UI"/>
                <a:ea typeface="Segoe UI"/>
                <a:cs typeface="Segoe UI"/>
              </a:defRPr>
            </a:lvl5pPr>
            <a:lvl6pPr algn="l">
              <a:defRPr sz="2100" b="0" i="0">
                <a:solidFill>
                  <a:srgbClr val="153D3B"/>
                </a:solidFill>
                <a:latin typeface="Segoe UI"/>
                <a:ea typeface="Segoe UI"/>
                <a:cs typeface="Segoe UI"/>
              </a:defRPr>
            </a:lvl6pPr>
            <a:lvl7pPr algn="l">
              <a:defRPr sz="2100" b="0" i="0">
                <a:solidFill>
                  <a:srgbClr val="153D3B"/>
                </a:solidFill>
                <a:latin typeface="Segoe UI"/>
                <a:ea typeface="Segoe UI"/>
                <a:cs typeface="Segoe UI"/>
              </a:defRPr>
            </a:lvl7pPr>
            <a:lvl8pPr algn="l">
              <a:defRPr sz="2100" b="0" i="0">
                <a:solidFill>
                  <a:srgbClr val="153D3B"/>
                </a:solidFill>
                <a:latin typeface="Segoe UI"/>
                <a:ea typeface="Segoe UI"/>
                <a:cs typeface="Segoe UI"/>
              </a:defRPr>
            </a:lvl8pPr>
            <a:lvl9pPr algn="l">
              <a:defRPr sz="2100" b="0" i="0">
                <a:solidFill>
                  <a:srgbClr val="153D3B"/>
                </a:solidFill>
                <a:latin typeface="Segoe UI"/>
                <a:ea typeface="Segoe UI"/>
                <a:cs typeface="Segoe UI"/>
              </a:defRPr>
            </a:lvl9pPr>
          </a:lstStyle>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Больше проверенных полей</a:t>
            </a:r>
          </a:p>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и точнее пешеходный путь</a:t>
            </a:r>
          </a:p>
        </p:txBody>
      </p:sp>
      <p:sp>
        <p:nvSpPr>
          <p:cNvPr id="16" name="">
            <a:extLst xmlns:a="http://schemas.openxmlformats.org/drawingml/2006/main">
              <a:ext uri="{FF2B5EF4-FFF2-40B4-BE49-F238E27FC236}">
                <a16:creationId xmlns:a16="http://schemas.microsoft.com/office/drawing/2014/main" id="{132AFC1E-75A9-414A-BA1D-84544387276D}"/>
              </a:ext>
            </a:extLst>
          </p:cNvPr>
          <p:cNvSpPr>
            <a:spLocks xmlns:a="http://schemas.openxmlformats.org/drawingml/2006/main" noGrp="1"/>
          </p:cNvSpPr>
          <p:nvPr/>
        </p:nvSpPr>
        <p:spPr>
          <a:xfrm xmlns:a="http://schemas.openxmlformats.org/drawingml/2006/main">
            <a:off x="6229350" y="4810125"/>
            <a:ext cx="152400" cy="1524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7" name="Пилот">
            <a:extLst xmlns:a="http://schemas.openxmlformats.org/drawingml/2006/main">
              <a:ext uri="{FF2B5EF4-FFF2-40B4-BE49-F238E27FC236}">
                <a16:creationId xmlns:a16="http://schemas.microsoft.com/office/drawing/2014/main" id="{4A576FC8-F5D9-4355-95B5-B28271E664BF}"/>
              </a:ext>
            </a:extLst>
          </p:cNvPr>
          <p:cNvSpPr>
            <a:spLocks xmlns:a="http://schemas.openxmlformats.org/drawingml/2006/main" noGrp="1"/>
          </p:cNvSpPr>
          <p:nvPr/>
        </p:nvSpPr>
        <p:spPr>
          <a:xfrm xmlns:a="http://schemas.openxmlformats.org/drawingml/2006/main">
            <a:off x="6629400" y="4657725"/>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1D8B82"/>
                </a:solidFill>
                <a:latin typeface="Segoe UI"/>
                <a:ea typeface="Segoe UI"/>
                <a:cs typeface="Segoe UI"/>
              </a:defRPr>
            </a:defPPr>
            <a:lvl1pPr algn="l">
              <a:defRPr sz="1725" b="1" i="0">
                <a:solidFill>
                  <a:srgbClr val="1D8B82"/>
                </a:solidFill>
                <a:latin typeface="Segoe UI"/>
                <a:ea typeface="Segoe UI"/>
                <a:cs typeface="Segoe UI"/>
              </a:defRPr>
            </a:lvl1pPr>
            <a:lvl2pPr algn="l">
              <a:defRPr sz="1725" b="1" i="0">
                <a:solidFill>
                  <a:srgbClr val="1D8B82"/>
                </a:solidFill>
                <a:latin typeface="Segoe UI"/>
                <a:ea typeface="Segoe UI"/>
                <a:cs typeface="Segoe UI"/>
              </a:defRPr>
            </a:lvl2pPr>
            <a:lvl3pPr algn="l">
              <a:defRPr sz="1725" b="1" i="0">
                <a:solidFill>
                  <a:srgbClr val="1D8B82"/>
                </a:solidFill>
                <a:latin typeface="Segoe UI"/>
                <a:ea typeface="Segoe UI"/>
                <a:cs typeface="Segoe UI"/>
              </a:defRPr>
            </a:lvl3pPr>
            <a:lvl4pPr algn="l">
              <a:defRPr sz="1725" b="1" i="0">
                <a:solidFill>
                  <a:srgbClr val="1D8B82"/>
                </a:solidFill>
                <a:latin typeface="Segoe UI"/>
                <a:ea typeface="Segoe UI"/>
                <a:cs typeface="Segoe UI"/>
              </a:defRPr>
            </a:lvl4pPr>
            <a:lvl5pPr algn="l">
              <a:defRPr sz="1725" b="1" i="0">
                <a:solidFill>
                  <a:srgbClr val="1D8B82"/>
                </a:solidFill>
                <a:latin typeface="Segoe UI"/>
                <a:ea typeface="Segoe UI"/>
                <a:cs typeface="Segoe UI"/>
              </a:defRPr>
            </a:lvl5pPr>
            <a:lvl6pPr algn="l">
              <a:defRPr sz="1725" b="1" i="0">
                <a:solidFill>
                  <a:srgbClr val="1D8B82"/>
                </a:solidFill>
                <a:latin typeface="Segoe UI"/>
                <a:ea typeface="Segoe UI"/>
                <a:cs typeface="Segoe UI"/>
              </a:defRPr>
            </a:lvl6pPr>
            <a:lvl7pPr algn="l">
              <a:defRPr sz="1725" b="1" i="0">
                <a:solidFill>
                  <a:srgbClr val="1D8B82"/>
                </a:solidFill>
                <a:latin typeface="Segoe UI"/>
                <a:ea typeface="Segoe UI"/>
                <a:cs typeface="Segoe UI"/>
              </a:defRPr>
            </a:lvl7pPr>
            <a:lvl8pPr algn="l">
              <a:defRPr sz="1725" b="1" i="0">
                <a:solidFill>
                  <a:srgbClr val="1D8B82"/>
                </a:solidFill>
                <a:latin typeface="Segoe UI"/>
                <a:ea typeface="Segoe UI"/>
                <a:cs typeface="Segoe UI"/>
              </a:defRPr>
            </a:lvl8pPr>
            <a:lvl9pPr algn="l">
              <a:defRPr sz="1725" b="1" i="0">
                <a:solidFill>
                  <a:srgbClr val="1D8B82"/>
                </a:solidFill>
                <a:latin typeface="Segoe UI"/>
                <a:ea typeface="Segoe UI"/>
                <a:cs typeface="Segoe UI"/>
              </a:defRPr>
            </a:lvl9pPr>
          </a:lstStyle>
          <a:p xmlns:a="http://schemas.openxmlformats.org/drawingml/2006/main">
            <a:pPr algn="l">
              <a:lnSpc>
                <a:spcPct val="105000"/>
              </a:lnSpc>
              <a:buNone/>
              <a:defRPr sz="1725" b="1" i="0">
                <a:solidFill>
                  <a:srgbClr val="1D8B82"/>
                </a:solidFill>
                <a:latin typeface="Segoe UI"/>
                <a:ea typeface="Segoe UI"/>
                <a:cs typeface="Segoe UI"/>
              </a:defRPr>
            </a:pPr>
            <a:r>
              <a:rPr sz="1725" b="1" i="0">
                <a:solidFill>
                  <a:srgbClr val="1D8B82"/>
                </a:solidFill>
                <a:latin typeface="Segoe UI"/>
                <a:ea typeface="Segoe UI"/>
                <a:cs typeface="Segoe UI"/>
              </a:rPr>
              <a:t>Пилот</a:t>
            </a:r>
          </a:p>
        </p:txBody>
      </p:sp>
      <p:sp>
        <p:nvSpPr>
          <p:cNvPr id="18" name="Проверка спроса с кампусами&#10;и места">
            <a:extLst xmlns:a="http://schemas.openxmlformats.org/drawingml/2006/main">
              <a:ext uri="{FF2B5EF4-FFF2-40B4-BE49-F238E27FC236}">
                <a16:creationId xmlns:a16="http://schemas.microsoft.com/office/drawing/2014/main" id="{4758938D-06E8-4EB7-A92A-061937658201}"/>
              </a:ext>
            </a:extLst>
          </p:cNvPr>
          <p:cNvSpPr>
            <a:spLocks xmlns:a="http://schemas.openxmlformats.org/drawingml/2006/main" noGrp="1"/>
          </p:cNvSpPr>
          <p:nvPr/>
        </p:nvSpPr>
        <p:spPr>
          <a:xfrm xmlns:a="http://schemas.openxmlformats.org/drawingml/2006/main">
            <a:off x="6629400" y="5067300"/>
            <a:ext cx="4714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153D3B"/>
                </a:solidFill>
                <a:latin typeface="Segoe UI"/>
                <a:ea typeface="Segoe UI"/>
                <a:cs typeface="Segoe UI"/>
              </a:defRPr>
            </a:defPPr>
            <a:lvl1pPr algn="l">
              <a:defRPr sz="2100" b="0" i="0">
                <a:solidFill>
                  <a:srgbClr val="153D3B"/>
                </a:solidFill>
                <a:latin typeface="Segoe UI"/>
                <a:ea typeface="Segoe UI"/>
                <a:cs typeface="Segoe UI"/>
              </a:defRPr>
            </a:lvl1pPr>
            <a:lvl2pPr algn="l">
              <a:defRPr sz="2100" b="0" i="0">
                <a:solidFill>
                  <a:srgbClr val="153D3B"/>
                </a:solidFill>
                <a:latin typeface="Segoe UI"/>
                <a:ea typeface="Segoe UI"/>
                <a:cs typeface="Segoe UI"/>
              </a:defRPr>
            </a:lvl2pPr>
            <a:lvl3pPr algn="l">
              <a:defRPr sz="2100" b="0" i="0">
                <a:solidFill>
                  <a:srgbClr val="153D3B"/>
                </a:solidFill>
                <a:latin typeface="Segoe UI"/>
                <a:ea typeface="Segoe UI"/>
                <a:cs typeface="Segoe UI"/>
              </a:defRPr>
            </a:lvl3pPr>
            <a:lvl4pPr algn="l">
              <a:defRPr sz="2100" b="0" i="0">
                <a:solidFill>
                  <a:srgbClr val="153D3B"/>
                </a:solidFill>
                <a:latin typeface="Segoe UI"/>
                <a:ea typeface="Segoe UI"/>
                <a:cs typeface="Segoe UI"/>
              </a:defRPr>
            </a:lvl4pPr>
            <a:lvl5pPr algn="l">
              <a:defRPr sz="2100" b="0" i="0">
                <a:solidFill>
                  <a:srgbClr val="153D3B"/>
                </a:solidFill>
                <a:latin typeface="Segoe UI"/>
                <a:ea typeface="Segoe UI"/>
                <a:cs typeface="Segoe UI"/>
              </a:defRPr>
            </a:lvl5pPr>
            <a:lvl6pPr algn="l">
              <a:defRPr sz="2100" b="0" i="0">
                <a:solidFill>
                  <a:srgbClr val="153D3B"/>
                </a:solidFill>
                <a:latin typeface="Segoe UI"/>
                <a:ea typeface="Segoe UI"/>
                <a:cs typeface="Segoe UI"/>
              </a:defRPr>
            </a:lvl6pPr>
            <a:lvl7pPr algn="l">
              <a:defRPr sz="2100" b="0" i="0">
                <a:solidFill>
                  <a:srgbClr val="153D3B"/>
                </a:solidFill>
                <a:latin typeface="Segoe UI"/>
                <a:ea typeface="Segoe UI"/>
                <a:cs typeface="Segoe UI"/>
              </a:defRPr>
            </a:lvl7pPr>
            <a:lvl8pPr algn="l">
              <a:defRPr sz="2100" b="0" i="0">
                <a:solidFill>
                  <a:srgbClr val="153D3B"/>
                </a:solidFill>
                <a:latin typeface="Segoe UI"/>
                <a:ea typeface="Segoe UI"/>
                <a:cs typeface="Segoe UI"/>
              </a:defRPr>
            </a:lvl8pPr>
            <a:lvl9pPr algn="l">
              <a:defRPr sz="2100" b="0" i="0">
                <a:solidFill>
                  <a:srgbClr val="153D3B"/>
                </a:solidFill>
                <a:latin typeface="Segoe UI"/>
                <a:ea typeface="Segoe UI"/>
                <a:cs typeface="Segoe UI"/>
              </a:defRPr>
            </a:lvl9pPr>
          </a:lstStyle>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Проверка спроса с кампусами</a:t>
            </a:r>
          </a:p>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и местами размещения гостей</a:t>
            </a:r>
          </a:p>
        </p:txBody>
      </p:sp>
    </p:spTree>
    <p:extLst>
      <p:ext uri="{BB962C8B-B14F-4D97-AF65-F5344CB8AC3E}">
        <p14:creationId xmlns:p14="http://schemas.microsoft.com/office/powerpoint/2010/main" val="944420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2026-10-19T11:26:14.3660000Z</dcterms:created>
  <dcterms:modified xsi:type="dcterms:W3CDTF">2026-10-19T11:26:14.3670000Z</dcterms:modified>
</coreProperties>
</file>