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0:00–0:20. Азамат. Мы Ascension. Айдём отвечает на вопрос «куда сходить прямо сейчас, если времени мало», и всегда считает дорогу обратно.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0:20–0:40. Азамат. Карты показывают всё подряд, но не отвечают, успею ли я сходить и вернуться. Это и есть контекст из критериев: расстояние, время, тип пользователя, часы работы.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0:40–1:05. Азамат. Главное правило продукта. Каждая карточка отдельный вариант, время включает дорогу туда, визит, возвращение и запас 5, 10 или 15 минут на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1:05–1:56. Азамат. Живое демо на сайте. Показать, что на карточке есть «почему», время по частям и источник. Если интернет подведёт, этот слайд и есть запасной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1:56–2:21. Данияр. Тип пользователя меняет категории: только парки и площадки. Часы и оснащённость, которых нет в данных, помечены «неизвестно».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2:21–2:41. Данияр. Обязательные правила кейса: не утверждать «открыто сейчас» без данных, показывать уверенность и источник. Это видно прямо в карточках.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2:41–3:13. Данияр. Высокоуровневая схема RAG из требований кейса. Если Gemini недоступен, поиск и расчёт продолжают работать, интерфейс честно пишет, что текст без генерации.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3:13–3:43. Данияр. «Без Gemini Айдём просто список мест. С Gemini он сам проверяет погоду, часы и дорогу и собирает прогулку ровно на ваше время, а наши инструменты может взять любой ИИ, от Gemini CLI до агентов на ADK.»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3:43–4:07. Данияр. Этика и privacy из требований: приватность локации, недостоверная информация, безопасность.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4:07–4:24. Алишер. Ограничения, как просит кейс. Не заявлять пользователей или выручку.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4:24–4:45. Алишер. Риски отдельным слайдом, как просит кейс: каждый риск и что уже сделано.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4:45–5:07. Алишер. План развития. Афиша «Сегодня в городе» уже работает: сервер сам собирает её с sxodim.com каждый день. Договорённостей с партнёрами не заявлять.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5:07–5:35. Алишер. Кто платит. Пилотов и договорённостей не заявлять; это модель, а не выручка.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5:35–6:00. Алишер. Спасибо. Ссылки на экране,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